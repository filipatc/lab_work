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webextensions/webextension1.xml" ContentType="application/vnd.ms-office.webextension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67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  <p:sldId id="268" r:id="rId11"/>
    <p:sldId id="273" r:id="rId12"/>
    <p:sldId id="274" r:id="rId13"/>
    <p:sldId id="275" r:id="rId14"/>
    <p:sldId id="265" r:id="rId15"/>
    <p:sldId id="266" r:id="rId16"/>
    <p:sldId id="272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7164CE-985F-066A-F379-1D787C4FC7E0}" v="64" dt="2026-05-11T09:50:30.354"/>
    <p1510:client id="{603541E7-5331-E3C1-E408-A6252F3B76BF}" v="6" dt="2026-05-11T13:47:11.177"/>
    <p1510:client id="{6539F0BB-22E5-98F5-1BAA-141B632980B9}" v="259" dt="2026-05-11T09:25:38.797"/>
    <p1510:client id="{7D1EDD7F-54E0-B44C-A466-60417548A768}" v="37" dt="2026-05-11T10:29:45.185"/>
    <p1510:client id="{91DC44DE-2CEF-47A6-B66E-F6CD15674F3A}" v="276" dt="2026-05-11T15:44:14.440"/>
    <p1510:client id="{94969AAF-1060-4762-CFF0-5CD6DB59A939}" v="50" dt="2026-05-11T11:53:24.024"/>
    <p1510:client id="{9CCD3E89-6732-3196-6744-11A3B978DB65}" v="656" dt="2026-05-11T10:35:03.914"/>
    <p1510:client id="{AE8CA066-1936-9448-5788-7378064267CD}" v="674" dt="2026-05-11T15:48:04.0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3F7164CE-985F-066A-F379-1D787C4FC7E0}"/>
    <pc:docChg chg="modSld">
      <pc:chgData name="Guest User" userId="" providerId="Windows Live" clId="Web-{3F7164CE-985F-066A-F379-1D787C4FC7E0}" dt="2026-05-11T09:50:30.354" v="63" actId="20577"/>
      <pc:docMkLst>
        <pc:docMk/>
      </pc:docMkLst>
      <pc:sldChg chg="modSp">
        <pc:chgData name="Guest User" userId="" providerId="Windows Live" clId="Web-{3F7164CE-985F-066A-F379-1D787C4FC7E0}" dt="2026-05-11T09:50:30.354" v="63" actId="20577"/>
        <pc:sldMkLst>
          <pc:docMk/>
          <pc:sldMk cId="0" sldId="261"/>
        </pc:sldMkLst>
        <pc:spChg chg="mod">
          <ac:chgData name="Guest User" userId="" providerId="Windows Live" clId="Web-{3F7164CE-985F-066A-F379-1D787C4FC7E0}" dt="2026-05-11T09:48:56.868" v="53" actId="14100"/>
          <ac:spMkLst>
            <pc:docMk/>
            <pc:sldMk cId="0" sldId="261"/>
            <ac:spMk id="20" creationId="{00000000-0000-0000-0000-000000000000}"/>
          </ac:spMkLst>
        </pc:spChg>
        <pc:spChg chg="mod">
          <ac:chgData name="Guest User" userId="" providerId="Windows Live" clId="Web-{3F7164CE-985F-066A-F379-1D787C4FC7E0}" dt="2026-05-11T09:43:58.772" v="16" actId="20577"/>
          <ac:spMkLst>
            <pc:docMk/>
            <pc:sldMk cId="0" sldId="261"/>
            <ac:spMk id="22" creationId="{00000000-0000-0000-0000-000000000000}"/>
          </ac:spMkLst>
        </pc:spChg>
        <pc:spChg chg="mod">
          <ac:chgData name="Guest User" userId="" providerId="Windows Live" clId="Web-{3F7164CE-985F-066A-F379-1D787C4FC7E0}" dt="2026-05-11T09:48:49.587" v="52" actId="14100"/>
          <ac:spMkLst>
            <pc:docMk/>
            <pc:sldMk cId="0" sldId="261"/>
            <ac:spMk id="32" creationId="{00000000-0000-0000-0000-000000000000}"/>
          </ac:spMkLst>
        </pc:spChg>
        <pc:spChg chg="mod">
          <ac:chgData name="Guest User" userId="" providerId="Windows Live" clId="Web-{3F7164CE-985F-066A-F379-1D787C4FC7E0}" dt="2026-05-11T09:44:27.631" v="30" actId="20577"/>
          <ac:spMkLst>
            <pc:docMk/>
            <pc:sldMk cId="0" sldId="261"/>
            <ac:spMk id="34" creationId="{00000000-0000-0000-0000-000000000000}"/>
          </ac:spMkLst>
        </pc:spChg>
        <pc:spChg chg="mod">
          <ac:chgData name="Guest User" userId="" providerId="Windows Live" clId="Web-{3F7164CE-985F-066A-F379-1D787C4FC7E0}" dt="2026-05-11T09:49:16.556" v="58" actId="20577"/>
          <ac:spMkLst>
            <pc:docMk/>
            <pc:sldMk cId="0" sldId="261"/>
            <ac:spMk id="43" creationId="{00000000-0000-0000-0000-000000000000}"/>
          </ac:spMkLst>
        </pc:spChg>
        <pc:spChg chg="mod">
          <ac:chgData name="Guest User" userId="" providerId="Windows Live" clId="Web-{3F7164CE-985F-066A-F379-1D787C4FC7E0}" dt="2026-05-11T09:48:01.773" v="45" actId="20577"/>
          <ac:spMkLst>
            <pc:docMk/>
            <pc:sldMk cId="0" sldId="261"/>
            <ac:spMk id="44" creationId="{00000000-0000-0000-0000-000000000000}"/>
          </ac:spMkLst>
        </pc:spChg>
        <pc:spChg chg="mod">
          <ac:chgData name="Guest User" userId="" providerId="Windows Live" clId="Web-{3F7164CE-985F-066A-F379-1D787C4FC7E0}" dt="2026-05-11T09:50:30.354" v="63" actId="20577"/>
          <ac:spMkLst>
            <pc:docMk/>
            <pc:sldMk cId="0" sldId="261"/>
            <ac:spMk id="46" creationId="{00000000-0000-0000-0000-000000000000}"/>
          </ac:spMkLst>
        </pc:spChg>
      </pc:sldChg>
      <pc:sldChg chg="modSp">
        <pc:chgData name="Guest User" userId="" providerId="Windows Live" clId="Web-{3F7164CE-985F-066A-F379-1D787C4FC7E0}" dt="2026-05-11T09:42:59.896" v="14" actId="20577"/>
        <pc:sldMkLst>
          <pc:docMk/>
          <pc:sldMk cId="0" sldId="263"/>
        </pc:sldMkLst>
        <pc:spChg chg="mod">
          <ac:chgData name="Guest User" userId="" providerId="Windows Live" clId="Web-{3F7164CE-985F-066A-F379-1D787C4FC7E0}" dt="2026-05-11T09:42:59.896" v="14" actId="20577"/>
          <ac:spMkLst>
            <pc:docMk/>
            <pc:sldMk cId="0" sldId="263"/>
            <ac:spMk id="5" creationId="{00000000-0000-0000-0000-000000000000}"/>
          </ac:spMkLst>
        </pc:spChg>
      </pc:sldChg>
    </pc:docChg>
  </pc:docChgLst>
  <pc:docChgLst>
    <pc:chgData name="Guest User" providerId="Windows Live" clId="Web-{603541E7-5331-E3C1-E408-A6252F3B76BF}"/>
    <pc:docChg chg="modSld">
      <pc:chgData name="Guest User" userId="" providerId="Windows Live" clId="Web-{603541E7-5331-E3C1-E408-A6252F3B76BF}" dt="2026-05-11T13:47:11.177" v="4" actId="1076"/>
      <pc:docMkLst>
        <pc:docMk/>
      </pc:docMkLst>
      <pc:sldChg chg="addSp modSp">
        <pc:chgData name="Guest User" userId="" providerId="Windows Live" clId="Web-{603541E7-5331-E3C1-E408-A6252F3B76BF}" dt="2026-05-11T13:47:11.177" v="4" actId="1076"/>
        <pc:sldMkLst>
          <pc:docMk/>
          <pc:sldMk cId="0" sldId="262"/>
        </pc:sldMkLst>
        <pc:picChg chg="add mod">
          <ac:chgData name="Guest User" userId="" providerId="Windows Live" clId="Web-{603541E7-5331-E3C1-E408-A6252F3B76BF}" dt="2026-05-11T13:47:11.177" v="4" actId="1076"/>
          <ac:picMkLst>
            <pc:docMk/>
            <pc:sldMk cId="0" sldId="262"/>
            <ac:picMk id="4" creationId="{6A044F55-2319-19D4-F781-8F52FB5D5929}"/>
          </ac:picMkLst>
        </pc:picChg>
      </pc:sldChg>
    </pc:docChg>
  </pc:docChgLst>
  <pc:docChgLst>
    <pc:chgData name="André Vicente" userId="11f41fb38983a479" providerId="LiveId" clId="{06CC9840-C2E6-42EC-A177-6AB845B82D38}"/>
    <pc:docChg chg="undo custSel addSld delSld modSld">
      <pc:chgData name="André Vicente" userId="11f41fb38983a479" providerId="LiveId" clId="{06CC9840-C2E6-42EC-A177-6AB845B82D38}" dt="2026-05-11T15:43:42.535" v="275" actId="14100"/>
      <pc:docMkLst>
        <pc:docMk/>
      </pc:docMkLst>
      <pc:sldChg chg="modSp mod">
        <pc:chgData name="André Vicente" userId="11f41fb38983a479" providerId="LiveId" clId="{06CC9840-C2E6-42EC-A177-6AB845B82D38}" dt="2026-05-11T09:52:36.825" v="4" actId="20577"/>
        <pc:sldMkLst>
          <pc:docMk/>
          <pc:sldMk cId="0" sldId="257"/>
        </pc:sldMkLst>
        <pc:spChg chg="mod">
          <ac:chgData name="André Vicente" userId="11f41fb38983a479" providerId="LiveId" clId="{06CC9840-C2E6-42EC-A177-6AB845B82D38}" dt="2026-05-11T09:52:36.825" v="4" actId="20577"/>
          <ac:spMkLst>
            <pc:docMk/>
            <pc:sldMk cId="0" sldId="257"/>
            <ac:spMk id="25" creationId="{F7A6789E-45CD-AE96-F7E8-B3F470FD5ABC}"/>
          </ac:spMkLst>
        </pc:spChg>
      </pc:sldChg>
      <pc:sldChg chg="delSp mod">
        <pc:chgData name="André Vicente" userId="11f41fb38983a479" providerId="LiveId" clId="{06CC9840-C2E6-42EC-A177-6AB845B82D38}" dt="2026-05-11T13:15:07.574" v="110" actId="478"/>
        <pc:sldMkLst>
          <pc:docMk/>
          <pc:sldMk cId="0" sldId="258"/>
        </pc:sldMkLst>
        <pc:spChg chg="del">
          <ac:chgData name="André Vicente" userId="11f41fb38983a479" providerId="LiveId" clId="{06CC9840-C2E6-42EC-A177-6AB845B82D38}" dt="2026-05-11T13:15:07.574" v="110" actId="478"/>
          <ac:spMkLst>
            <pc:docMk/>
            <pc:sldMk cId="0" sldId="258"/>
            <ac:spMk id="34" creationId="{00000000-0000-0000-0000-000000000000}"/>
          </ac:spMkLst>
        </pc:spChg>
      </pc:sldChg>
      <pc:sldChg chg="modSp mod">
        <pc:chgData name="André Vicente" userId="11f41fb38983a479" providerId="LiveId" clId="{06CC9840-C2E6-42EC-A177-6AB845B82D38}" dt="2026-05-11T14:38:44.270" v="269" actId="14100"/>
        <pc:sldMkLst>
          <pc:docMk/>
          <pc:sldMk cId="0" sldId="259"/>
        </pc:sldMkLst>
        <pc:spChg chg="mod">
          <ac:chgData name="André Vicente" userId="11f41fb38983a479" providerId="LiveId" clId="{06CC9840-C2E6-42EC-A177-6AB845B82D38}" dt="2026-05-11T14:38:44.270" v="269" actId="14100"/>
          <ac:spMkLst>
            <pc:docMk/>
            <pc:sldMk cId="0" sldId="259"/>
            <ac:spMk id="3" creationId="{00000000-0000-0000-0000-000000000000}"/>
          </ac:spMkLst>
        </pc:spChg>
      </pc:sldChg>
      <pc:sldChg chg="addSp delSp modSp mod">
        <pc:chgData name="André Vicente" userId="11f41fb38983a479" providerId="LiveId" clId="{06CC9840-C2E6-42EC-A177-6AB845B82D38}" dt="2026-05-11T13:34:04.736" v="131" actId="478"/>
        <pc:sldMkLst>
          <pc:docMk/>
          <pc:sldMk cId="0" sldId="260"/>
        </pc:sldMkLst>
        <pc:spChg chg="mod">
          <ac:chgData name="André Vicente" userId="11f41fb38983a479" providerId="LiveId" clId="{06CC9840-C2E6-42EC-A177-6AB845B82D38}" dt="2026-05-11T12:02:37.926" v="21" actId="20577"/>
          <ac:spMkLst>
            <pc:docMk/>
            <pc:sldMk cId="0" sldId="260"/>
            <ac:spMk id="8" creationId="{00000000-0000-0000-0000-000000000000}"/>
          </ac:spMkLst>
        </pc:spChg>
        <pc:spChg chg="add del">
          <ac:chgData name="André Vicente" userId="11f41fb38983a479" providerId="LiveId" clId="{06CC9840-C2E6-42EC-A177-6AB845B82D38}" dt="2026-05-11T13:34:04.736" v="131" actId="478"/>
          <ac:spMkLst>
            <pc:docMk/>
            <pc:sldMk cId="0" sldId="260"/>
            <ac:spMk id="9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2:02:45.397" v="22" actId="20577"/>
          <ac:spMkLst>
            <pc:docMk/>
            <pc:sldMk cId="0" sldId="260"/>
            <ac:spMk id="13" creationId="{00000000-0000-0000-0000-000000000000}"/>
          </ac:spMkLst>
        </pc:spChg>
        <pc:spChg chg="add del">
          <ac:chgData name="André Vicente" userId="11f41fb38983a479" providerId="LiveId" clId="{06CC9840-C2E6-42EC-A177-6AB845B82D38}" dt="2026-05-11T13:34:03.742" v="130" actId="478"/>
          <ac:spMkLst>
            <pc:docMk/>
            <pc:sldMk cId="0" sldId="260"/>
            <ac:spMk id="14" creationId="{00000000-0000-0000-0000-000000000000}"/>
          </ac:spMkLst>
        </pc:spChg>
        <pc:spChg chg="add del">
          <ac:chgData name="André Vicente" userId="11f41fb38983a479" providerId="LiveId" clId="{06CC9840-C2E6-42EC-A177-6AB845B82D38}" dt="2026-05-11T13:34:03.375" v="129" actId="478"/>
          <ac:spMkLst>
            <pc:docMk/>
            <pc:sldMk cId="0" sldId="260"/>
            <ac:spMk id="19" creationId="{00000000-0000-0000-0000-000000000000}"/>
          </ac:spMkLst>
        </pc:spChg>
      </pc:sldChg>
      <pc:sldChg chg="addSp modSp mod">
        <pc:chgData name="André Vicente" userId="11f41fb38983a479" providerId="LiveId" clId="{06CC9840-C2E6-42EC-A177-6AB845B82D38}" dt="2026-05-11T14:02:41.467" v="234" actId="113"/>
        <pc:sldMkLst>
          <pc:docMk/>
          <pc:sldMk cId="0" sldId="261"/>
        </pc:sldMkLst>
        <pc:spChg chg="mod">
          <ac:chgData name="André Vicente" userId="11f41fb38983a479" providerId="LiveId" clId="{06CC9840-C2E6-42EC-A177-6AB845B82D38}" dt="2026-05-11T13:57:15.916" v="216" actId="1035"/>
          <ac:spMkLst>
            <pc:docMk/>
            <pc:sldMk cId="0" sldId="261"/>
            <ac:spMk id="4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47:59.863" v="145" actId="122"/>
          <ac:spMkLst>
            <pc:docMk/>
            <pc:sldMk cId="0" sldId="261"/>
            <ac:spMk id="5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48:20.024" v="149" actId="122"/>
          <ac:spMkLst>
            <pc:docMk/>
            <pc:sldMk cId="0" sldId="261"/>
            <ac:spMk id="6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47:59.863" v="145" actId="122"/>
          <ac:spMkLst>
            <pc:docMk/>
            <pc:sldMk cId="0" sldId="261"/>
            <ac:spMk id="7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48:17.733" v="148" actId="122"/>
          <ac:spMkLst>
            <pc:docMk/>
            <pc:sldMk cId="0" sldId="261"/>
            <ac:spMk id="8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47:59.863" v="145" actId="122"/>
          <ac:spMkLst>
            <pc:docMk/>
            <pc:sldMk cId="0" sldId="261"/>
            <ac:spMk id="9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7:10.419" v="198" actId="164"/>
          <ac:spMkLst>
            <pc:docMk/>
            <pc:sldMk cId="0" sldId="261"/>
            <ac:spMk id="10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7:10.419" v="198" actId="164"/>
          <ac:spMkLst>
            <pc:docMk/>
            <pc:sldMk cId="0" sldId="261"/>
            <ac:spMk id="11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47:59.863" v="145" actId="122"/>
          <ac:spMkLst>
            <pc:docMk/>
            <pc:sldMk cId="0" sldId="261"/>
            <ac:spMk id="12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47:59.863" v="145" actId="122"/>
          <ac:spMkLst>
            <pc:docMk/>
            <pc:sldMk cId="0" sldId="261"/>
            <ac:spMk id="13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48:11.337" v="146" actId="122"/>
          <ac:spMkLst>
            <pc:docMk/>
            <pc:sldMk cId="0" sldId="261"/>
            <ac:spMk id="14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47:59.863" v="145" actId="122"/>
          <ac:spMkLst>
            <pc:docMk/>
            <pc:sldMk cId="0" sldId="261"/>
            <ac:spMk id="15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7:10.419" v="198" actId="164"/>
          <ac:spMkLst>
            <pc:docMk/>
            <pc:sldMk cId="0" sldId="261"/>
            <ac:spMk id="16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7:10.419" v="198" actId="164"/>
          <ac:spMkLst>
            <pc:docMk/>
            <pc:sldMk cId="0" sldId="261"/>
            <ac:spMk id="17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7:10.419" v="198" actId="164"/>
          <ac:spMkLst>
            <pc:docMk/>
            <pc:sldMk cId="0" sldId="261"/>
            <ac:spMk id="24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7:10.419" v="198" actId="164"/>
          <ac:spMkLst>
            <pc:docMk/>
            <pc:sldMk cId="0" sldId="261"/>
            <ac:spMk id="30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4:02:41.467" v="234" actId="113"/>
          <ac:spMkLst>
            <pc:docMk/>
            <pc:sldMk cId="0" sldId="261"/>
            <ac:spMk id="56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7:10.419" v="198" actId="164"/>
          <ac:spMkLst>
            <pc:docMk/>
            <pc:sldMk cId="0" sldId="261"/>
            <ac:spMk id="62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4:02:25.041" v="231" actId="113"/>
          <ac:spMkLst>
            <pc:docMk/>
            <pc:sldMk cId="0" sldId="261"/>
            <ac:spMk id="68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7:10.419" v="198" actId="164"/>
          <ac:spMkLst>
            <pc:docMk/>
            <pc:sldMk cId="0" sldId="261"/>
            <ac:spMk id="74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4:02:21.713" v="230" actId="113"/>
          <ac:spMkLst>
            <pc:docMk/>
            <pc:sldMk cId="0" sldId="261"/>
            <ac:spMk id="76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7:10.419" v="198" actId="164"/>
          <ac:spMkLst>
            <pc:docMk/>
            <pc:sldMk cId="0" sldId="261"/>
            <ac:spMk id="79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4:02:27.143" v="232" actId="113"/>
          <ac:spMkLst>
            <pc:docMk/>
            <pc:sldMk cId="0" sldId="261"/>
            <ac:spMk id="80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7:10.419" v="198" actId="164"/>
          <ac:spMkLst>
            <pc:docMk/>
            <pc:sldMk cId="0" sldId="261"/>
            <ac:spMk id="84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6:54.294" v="193"/>
          <ac:spMkLst>
            <pc:docMk/>
            <pc:sldMk cId="0" sldId="261"/>
            <ac:spMk id="91" creationId="{959BC232-B362-D464-CF39-E0B353557230}"/>
          </ac:spMkLst>
        </pc:spChg>
        <pc:spChg chg="mod">
          <ac:chgData name="André Vicente" userId="11f41fb38983a479" providerId="LiveId" clId="{06CC9840-C2E6-42EC-A177-6AB845B82D38}" dt="2026-05-11T13:56:54.294" v="193"/>
          <ac:spMkLst>
            <pc:docMk/>
            <pc:sldMk cId="0" sldId="261"/>
            <ac:spMk id="92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7:46.520" v="228" actId="403"/>
          <ac:spMkLst>
            <pc:docMk/>
            <pc:sldMk cId="0" sldId="261"/>
            <ac:spMk id="93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7:39.770" v="226" actId="20577"/>
          <ac:spMkLst>
            <pc:docMk/>
            <pc:sldMk cId="0" sldId="261"/>
            <ac:spMk id="94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6:54.294" v="193"/>
          <ac:spMkLst>
            <pc:docMk/>
            <pc:sldMk cId="0" sldId="261"/>
            <ac:spMk id="95" creationId="{00000000-0000-0000-0000-000000000000}"/>
          </ac:spMkLst>
        </pc:spChg>
        <pc:grpChg chg="add mod">
          <ac:chgData name="André Vicente" userId="11f41fb38983a479" providerId="LiveId" clId="{06CC9840-C2E6-42EC-A177-6AB845B82D38}" dt="2026-05-11T13:57:27.050" v="219" actId="1076"/>
          <ac:grpSpMkLst>
            <pc:docMk/>
            <pc:sldMk cId="0" sldId="261"/>
            <ac:grpSpMk id="90" creationId="{073BEB82-42D7-D37A-676A-259A99EE3386}"/>
          </ac:grpSpMkLst>
        </pc:grpChg>
        <pc:grpChg chg="mod">
          <ac:chgData name="André Vicente" userId="11f41fb38983a479" providerId="LiveId" clId="{06CC9840-C2E6-42EC-A177-6AB845B82D38}" dt="2026-05-11T13:57:12.509" v="207" actId="1035"/>
          <ac:grpSpMkLst>
            <pc:docMk/>
            <pc:sldMk cId="0" sldId="261"/>
            <ac:grpSpMk id="96" creationId="{66124FFD-9FD0-7EFD-5C96-91BF7DE83144}"/>
          </ac:grpSpMkLst>
        </pc:grpChg>
      </pc:sldChg>
      <pc:sldChg chg="addSp delSp modSp mod">
        <pc:chgData name="André Vicente" userId="11f41fb38983a479" providerId="LiveId" clId="{06CC9840-C2E6-42EC-A177-6AB845B82D38}" dt="2026-05-11T13:56:51.105" v="192" actId="1076"/>
        <pc:sldMkLst>
          <pc:docMk/>
          <pc:sldMk cId="0" sldId="262"/>
        </pc:sldMkLst>
        <pc:spChg chg="mod">
          <ac:chgData name="André Vicente" userId="11f41fb38983a479" providerId="LiveId" clId="{06CC9840-C2E6-42EC-A177-6AB845B82D38}" dt="2026-05-11T13:56:51.105" v="192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6:51.105" v="192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6:51.105" v="192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6:51.105" v="192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6:51.105" v="192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6:51.105" v="192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6:51.105" v="192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6:51.105" v="192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6:51.105" v="192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6:51.105" v="192" actId="1076"/>
          <ac:spMkLst>
            <pc:docMk/>
            <pc:sldMk cId="0" sldId="262"/>
            <ac:spMk id="14" creationId="{00000000-0000-0000-0000-000000000000}"/>
          </ac:spMkLst>
        </pc:spChg>
        <pc:spChg chg="del">
          <ac:chgData name="André Vicente" userId="11f41fb38983a479" providerId="LiveId" clId="{06CC9840-C2E6-42EC-A177-6AB845B82D38}" dt="2026-05-11T13:56:16.047" v="179" actId="478"/>
          <ac:spMkLst>
            <pc:docMk/>
            <pc:sldMk cId="0" sldId="262"/>
            <ac:spMk id="15" creationId="{00000000-0000-0000-0000-000000000000}"/>
          </ac:spMkLst>
        </pc:spChg>
        <pc:spChg chg="del">
          <ac:chgData name="André Vicente" userId="11f41fb38983a479" providerId="LiveId" clId="{06CC9840-C2E6-42EC-A177-6AB845B82D38}" dt="2026-05-11T13:56:03.972" v="176" actId="478"/>
          <ac:spMkLst>
            <pc:docMk/>
            <pc:sldMk cId="0" sldId="262"/>
            <ac:spMk id="16" creationId="{00000000-0000-0000-0000-000000000000}"/>
          </ac:spMkLst>
        </pc:spChg>
        <pc:spChg chg="del">
          <ac:chgData name="André Vicente" userId="11f41fb38983a479" providerId="LiveId" clId="{06CC9840-C2E6-42EC-A177-6AB845B82D38}" dt="2026-05-11T13:56:06.053" v="177" actId="478"/>
          <ac:spMkLst>
            <pc:docMk/>
            <pc:sldMk cId="0" sldId="262"/>
            <ac:spMk id="17" creationId="{00000000-0000-0000-0000-000000000000}"/>
          </ac:spMkLst>
        </pc:spChg>
        <pc:spChg chg="del">
          <ac:chgData name="André Vicente" userId="11f41fb38983a479" providerId="LiveId" clId="{06CC9840-C2E6-42EC-A177-6AB845B82D38}" dt="2026-05-11T13:56:07.174" v="178" actId="478"/>
          <ac:spMkLst>
            <pc:docMk/>
            <pc:sldMk cId="0" sldId="262"/>
            <ac:spMk id="18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6:40.619" v="188" actId="164"/>
          <ac:spMkLst>
            <pc:docMk/>
            <pc:sldMk cId="0" sldId="262"/>
            <ac:spMk id="19" creationId="{00000000-0000-0000-0000-000000000000}"/>
          </ac:spMkLst>
        </pc:spChg>
        <pc:spChg chg="add del mod">
          <ac:chgData name="André Vicente" userId="11f41fb38983a479" providerId="LiveId" clId="{06CC9840-C2E6-42EC-A177-6AB845B82D38}" dt="2026-05-11T13:56:40.619" v="188" actId="164"/>
          <ac:spMkLst>
            <pc:docMk/>
            <pc:sldMk cId="0" sldId="262"/>
            <ac:spMk id="20" creationId="{00000000-0000-0000-0000-000000000000}"/>
          </ac:spMkLst>
        </pc:spChg>
        <pc:spChg chg="add del mod">
          <ac:chgData name="André Vicente" userId="11f41fb38983a479" providerId="LiveId" clId="{06CC9840-C2E6-42EC-A177-6AB845B82D38}" dt="2026-05-11T13:56:40.619" v="188" actId="164"/>
          <ac:spMkLst>
            <pc:docMk/>
            <pc:sldMk cId="0" sldId="262"/>
            <ac:spMk id="21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6:40.619" v="188" actId="164"/>
          <ac:spMkLst>
            <pc:docMk/>
            <pc:sldMk cId="0" sldId="262"/>
            <ac:spMk id="22" creationId="{00000000-0000-0000-0000-000000000000}"/>
          </ac:spMkLst>
        </pc:spChg>
        <pc:spChg chg="del">
          <ac:chgData name="André Vicente" userId="11f41fb38983a479" providerId="LiveId" clId="{06CC9840-C2E6-42EC-A177-6AB845B82D38}" dt="2026-05-11T12:04:17.558" v="25" actId="478"/>
          <ac:spMkLst>
            <pc:docMk/>
            <pc:sldMk cId="0" sldId="262"/>
            <ac:spMk id="23" creationId="{00000000-0000-0000-0000-000000000000}"/>
          </ac:spMkLst>
        </pc:spChg>
        <pc:spChg chg="add del mod">
          <ac:chgData name="André Vicente" userId="11f41fb38983a479" providerId="LiveId" clId="{06CC9840-C2E6-42EC-A177-6AB845B82D38}" dt="2026-05-11T12:58:43.073" v="86" actId="478"/>
          <ac:spMkLst>
            <pc:docMk/>
            <pc:sldMk cId="0" sldId="262"/>
            <ac:spMk id="23" creationId="{605AAAF5-E77E-C67F-8676-7E130E89BC5B}"/>
          </ac:spMkLst>
        </pc:spChg>
        <pc:spChg chg="add del">
          <ac:chgData name="André Vicente" userId="11f41fb38983a479" providerId="LiveId" clId="{06CC9840-C2E6-42EC-A177-6AB845B82D38}" dt="2026-05-11T13:02:31.910" v="109" actId="478"/>
          <ac:spMkLst>
            <pc:docMk/>
            <pc:sldMk cId="0" sldId="262"/>
            <ac:spMk id="25" creationId="{2ECF6E1E-93CF-85C8-4849-808EE24D2A6C}"/>
          </ac:spMkLst>
        </pc:spChg>
        <pc:spChg chg="add mod ord">
          <ac:chgData name="André Vicente" userId="11f41fb38983a479" providerId="LiveId" clId="{06CC9840-C2E6-42EC-A177-6AB845B82D38}" dt="2026-05-11T13:56:40.619" v="188" actId="164"/>
          <ac:spMkLst>
            <pc:docMk/>
            <pc:sldMk cId="0" sldId="262"/>
            <ac:spMk id="26" creationId="{959BC232-B362-D464-CF39-E0B353557230}"/>
          </ac:spMkLst>
        </pc:spChg>
        <pc:grpChg chg="add del mod">
          <ac:chgData name="André Vicente" userId="11f41fb38983a479" providerId="LiveId" clId="{06CC9840-C2E6-42EC-A177-6AB845B82D38}" dt="2026-05-11T13:56:42.437" v="189" actId="21"/>
          <ac:grpSpMkLst>
            <pc:docMk/>
            <pc:sldMk cId="0" sldId="262"/>
            <ac:grpSpMk id="27" creationId="{073BEB82-42D7-D37A-676A-259A99EE3386}"/>
          </ac:grpSpMkLst>
        </pc:grpChg>
        <pc:graphicFrameChg chg="del">
          <ac:chgData name="André Vicente" userId="11f41fb38983a479" providerId="LiveId" clId="{06CC9840-C2E6-42EC-A177-6AB845B82D38}" dt="2026-05-11T13:02:28.853" v="106" actId="478"/>
          <ac:graphicFrameMkLst>
            <pc:docMk/>
            <pc:sldMk cId="0" sldId="262"/>
            <ac:graphicFrameMk id="4" creationId="{00000000-0000-0000-0000-000000000000}"/>
          </ac:graphicFrameMkLst>
        </pc:graphicFrameChg>
      </pc:sldChg>
      <pc:sldChg chg="addSp delSp modSp mod">
        <pc:chgData name="André Vicente" userId="11f41fb38983a479" providerId="LiveId" clId="{06CC9840-C2E6-42EC-A177-6AB845B82D38}" dt="2026-05-11T14:20:10.989" v="268" actId="1036"/>
        <pc:sldMkLst>
          <pc:docMk/>
          <pc:sldMk cId="0" sldId="263"/>
        </pc:sldMkLst>
        <pc:spChg chg="mod">
          <ac:chgData name="André Vicente" userId="11f41fb38983a479" providerId="LiveId" clId="{06CC9840-C2E6-42EC-A177-6AB845B82D38}" dt="2026-05-11T12:12:20.534" v="44" actId="6549"/>
          <ac:spMkLst>
            <pc:docMk/>
            <pc:sldMk cId="0" sldId="263"/>
            <ac:spMk id="5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2:54:35.610" v="52" actId="2057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2:54:43.567" v="58" actId="20577"/>
          <ac:spMkLst>
            <pc:docMk/>
            <pc:sldMk cId="0" sldId="263"/>
            <ac:spMk id="15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2:05:03.224" v="37" actId="20577"/>
          <ac:spMkLst>
            <pc:docMk/>
            <pc:sldMk cId="0" sldId="263"/>
            <ac:spMk id="18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2:12:06.023" v="38" actId="6549"/>
          <ac:spMkLst>
            <pc:docMk/>
            <pc:sldMk cId="0" sldId="263"/>
            <ac:spMk id="20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2:56:59.921" v="79" actId="14100"/>
          <ac:spMkLst>
            <pc:docMk/>
            <pc:sldMk cId="0" sldId="263"/>
            <ac:spMk id="21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2:58:32.833" v="84" actId="20577"/>
          <ac:spMkLst>
            <pc:docMk/>
            <pc:sldMk cId="0" sldId="263"/>
            <ac:spMk id="23" creationId="{00000000-0000-0000-0000-000000000000}"/>
          </ac:spMkLst>
        </pc:spChg>
        <pc:spChg chg="add del">
          <ac:chgData name="André Vicente" userId="11f41fb38983a479" providerId="LiveId" clId="{06CC9840-C2E6-42EC-A177-6AB845B82D38}" dt="2026-05-11T12:56:19.096" v="65" actId="478"/>
          <ac:spMkLst>
            <pc:docMk/>
            <pc:sldMk cId="0" sldId="263"/>
            <ac:spMk id="25" creationId="{9B176E19-23B9-4040-C55C-98E0E96D1ED0}"/>
          </ac:spMkLst>
        </pc:spChg>
        <pc:spChg chg="add del">
          <ac:chgData name="André Vicente" userId="11f41fb38983a479" providerId="LiveId" clId="{06CC9840-C2E6-42EC-A177-6AB845B82D38}" dt="2026-05-11T12:56:22.998" v="68" actId="478"/>
          <ac:spMkLst>
            <pc:docMk/>
            <pc:sldMk cId="0" sldId="263"/>
            <ac:spMk id="27" creationId="{845D2BFE-7F4E-D92D-FB66-A5A2A98840C0}"/>
          </ac:spMkLst>
        </pc:spChg>
        <pc:spChg chg="add mod">
          <ac:chgData name="André Vicente" userId="11f41fb38983a479" providerId="LiveId" clId="{06CC9840-C2E6-42EC-A177-6AB845B82D38}" dt="2026-05-11T13:01:05.989" v="104" actId="1076"/>
          <ac:spMkLst>
            <pc:docMk/>
            <pc:sldMk cId="0" sldId="263"/>
            <ac:spMk id="30" creationId="{2B9D6F6E-9821-395C-FDA2-F457B036140B}"/>
          </ac:spMkLst>
        </pc:spChg>
        <pc:spChg chg="add mod">
          <ac:chgData name="André Vicente" userId="11f41fb38983a479" providerId="LiveId" clId="{06CC9840-C2E6-42EC-A177-6AB845B82D38}" dt="2026-05-11T14:20:10.989" v="268" actId="1036"/>
          <ac:spMkLst>
            <pc:docMk/>
            <pc:sldMk cId="0" sldId="263"/>
            <ac:spMk id="31" creationId="{3A4D3D54-3820-3CBB-B19D-99358FA7DCDE}"/>
          </ac:spMkLst>
        </pc:spChg>
        <pc:picChg chg="add mod">
          <ac:chgData name="André Vicente" userId="11f41fb38983a479" providerId="LiveId" clId="{06CC9840-C2E6-42EC-A177-6AB845B82D38}" dt="2026-05-11T14:19:35.805" v="263" actId="14100"/>
          <ac:picMkLst>
            <pc:docMk/>
            <pc:sldMk cId="0" sldId="263"/>
            <ac:picMk id="29" creationId="{B9498F81-33C7-6BFC-CA4B-D2E574022628}"/>
          </ac:picMkLst>
        </pc:picChg>
      </pc:sldChg>
      <pc:sldChg chg="del">
        <pc:chgData name="André Vicente" userId="11f41fb38983a479" providerId="LiveId" clId="{06CC9840-C2E6-42EC-A177-6AB845B82D38}" dt="2026-05-11T13:19:50.045" v="111" actId="2696"/>
        <pc:sldMkLst>
          <pc:docMk/>
          <pc:sldMk cId="0" sldId="264"/>
        </pc:sldMkLst>
      </pc:sldChg>
      <pc:sldChg chg="addSp delSp modSp add mod setBg">
        <pc:chgData name="André Vicente" userId="11f41fb38983a479" providerId="LiveId" clId="{06CC9840-C2E6-42EC-A177-6AB845B82D38}" dt="2026-05-11T15:43:42.535" v="275" actId="14100"/>
        <pc:sldMkLst>
          <pc:docMk/>
          <pc:sldMk cId="1266517902" sldId="264"/>
        </pc:sldMkLst>
        <pc:graphicFrameChg chg="add mod">
          <ac:chgData name="André Vicente" userId="11f41fb38983a479" providerId="LiveId" clId="{06CC9840-C2E6-42EC-A177-6AB845B82D38}" dt="2026-05-11T15:43:42.535" v="275" actId="14100"/>
          <ac:graphicFrameMkLst>
            <pc:docMk/>
            <pc:sldMk cId="1266517902" sldId="264"/>
            <ac:graphicFrameMk id="4" creationId="{7E5FB805-9371-90F8-6D72-650FF90314A6}"/>
          </ac:graphicFrameMkLst>
        </pc:graphicFrameChg>
        <pc:picChg chg="del mod">
          <ac:chgData name="André Vicente" userId="11f41fb38983a479" providerId="LiveId" clId="{06CC9840-C2E6-42EC-A177-6AB845B82D38}" dt="2026-05-11T15:43:33.939" v="272" actId="478"/>
          <ac:picMkLst>
            <pc:docMk/>
            <pc:sldMk cId="1266517902" sldId="264"/>
            <ac:picMk id="15" creationId="{BA2776F6-7628-B0B2-3B35-55C0B3FC38E2}"/>
          </ac:picMkLst>
        </pc:picChg>
      </pc:sldChg>
      <pc:sldChg chg="modSp mod">
        <pc:chgData name="André Vicente" userId="11f41fb38983a479" providerId="LiveId" clId="{06CC9840-C2E6-42EC-A177-6AB845B82D38}" dt="2026-05-11T12:03:38.977" v="24" actId="20577"/>
        <pc:sldMkLst>
          <pc:docMk/>
          <pc:sldMk cId="0" sldId="265"/>
        </pc:sldMkLst>
        <pc:spChg chg="mod">
          <ac:chgData name="André Vicente" userId="11f41fb38983a479" providerId="LiveId" clId="{06CC9840-C2E6-42EC-A177-6AB845B82D38}" dt="2026-05-11T12:03:38.977" v="24" actId="20577"/>
          <ac:spMkLst>
            <pc:docMk/>
            <pc:sldMk cId="0" sldId="265"/>
            <ac:spMk id="13" creationId="{00000000-0000-0000-0000-000000000000}"/>
          </ac:spMkLst>
        </pc:spChg>
      </pc:sldChg>
      <pc:sldChg chg="modSp mod">
        <pc:chgData name="André Vicente" userId="11f41fb38983a479" providerId="LiveId" clId="{06CC9840-C2E6-42EC-A177-6AB845B82D38}" dt="2026-05-11T08:11:14.263" v="2"/>
        <pc:sldMkLst>
          <pc:docMk/>
          <pc:sldMk cId="0" sldId="266"/>
        </pc:sldMkLst>
        <pc:spChg chg="mod">
          <ac:chgData name="André Vicente" userId="11f41fb38983a479" providerId="LiveId" clId="{06CC9840-C2E6-42EC-A177-6AB845B82D38}" dt="2026-05-11T08:11:14.263" v="2"/>
          <ac:spMkLst>
            <pc:docMk/>
            <pc:sldMk cId="0" sldId="266"/>
            <ac:spMk id="25" creationId="{00000000-0000-0000-0000-000000000000}"/>
          </ac:spMkLst>
        </pc:spChg>
      </pc:sldChg>
      <pc:sldChg chg="modSp mod">
        <pc:chgData name="André Vicente" userId="11f41fb38983a479" providerId="LiveId" clId="{06CC9840-C2E6-42EC-A177-6AB845B82D38}" dt="2026-05-11T11:57:23.624" v="16" actId="20577"/>
        <pc:sldMkLst>
          <pc:docMk/>
          <pc:sldMk cId="2589345480" sldId="272"/>
        </pc:sldMkLst>
        <pc:spChg chg="mod">
          <ac:chgData name="André Vicente" userId="11f41fb38983a479" providerId="LiveId" clId="{06CC9840-C2E6-42EC-A177-6AB845B82D38}" dt="2026-05-11T11:57:23.624" v="16" actId="20577"/>
          <ac:spMkLst>
            <pc:docMk/>
            <pc:sldMk cId="2589345480" sldId="272"/>
            <ac:spMk id="27" creationId="{23867D4D-5634-D6C2-0BDE-74A06B7F9D11}"/>
          </ac:spMkLst>
        </pc:spChg>
      </pc:sldChg>
      <pc:sldChg chg="modSp mod">
        <pc:chgData name="André Vicente" userId="11f41fb38983a479" providerId="LiveId" clId="{06CC9840-C2E6-42EC-A177-6AB845B82D38}" dt="2026-05-11T10:56:21.790" v="14" actId="20577"/>
        <pc:sldMkLst>
          <pc:docMk/>
          <pc:sldMk cId="3079593691" sldId="273"/>
        </pc:sldMkLst>
        <pc:spChg chg="mod">
          <ac:chgData name="André Vicente" userId="11f41fb38983a479" providerId="LiveId" clId="{06CC9840-C2E6-42EC-A177-6AB845B82D38}" dt="2026-05-11T10:56:21.790" v="14" actId="20577"/>
          <ac:spMkLst>
            <pc:docMk/>
            <pc:sldMk cId="3079593691" sldId="273"/>
            <ac:spMk id="3" creationId="{5E098023-05C6-B670-0556-F755BCAB769A}"/>
          </ac:spMkLst>
        </pc:spChg>
      </pc:sldChg>
      <pc:sldChg chg="modSp mod">
        <pc:chgData name="André Vicente" userId="11f41fb38983a479" providerId="LiveId" clId="{06CC9840-C2E6-42EC-A177-6AB845B82D38}" dt="2026-05-11T10:56:02.381" v="13" actId="20577"/>
        <pc:sldMkLst>
          <pc:docMk/>
          <pc:sldMk cId="9820921" sldId="274"/>
        </pc:sldMkLst>
        <pc:spChg chg="mod">
          <ac:chgData name="André Vicente" userId="11f41fb38983a479" providerId="LiveId" clId="{06CC9840-C2E6-42EC-A177-6AB845B82D38}" dt="2026-05-11T10:56:02.381" v="13" actId="20577"/>
          <ac:spMkLst>
            <pc:docMk/>
            <pc:sldMk cId="9820921" sldId="274"/>
            <ac:spMk id="3" creationId="{25FB1CE4-44CE-5D6A-4284-7EB79C539937}"/>
          </ac:spMkLst>
        </pc:spChg>
      </pc:sldChg>
    </pc:docChg>
  </pc:docChgLst>
  <pc:docChgLst>
    <pc:chgData name="Guest User" providerId="Windows Live" clId="Web-{62BD49E6-0858-2EE0-0C40-195603B9F036}"/>
    <pc:docChg chg="addSld">
      <pc:chgData name="Guest User" userId="" providerId="Windows Live" clId="Web-{62BD49E6-0858-2EE0-0C40-195603B9F036}" dt="2026-05-08T09:41:35.155" v="3"/>
      <pc:docMkLst>
        <pc:docMk/>
      </pc:docMkLst>
      <pc:sldChg chg="new">
        <pc:chgData name="Guest User" userId="" providerId="Windows Live" clId="Web-{62BD49E6-0858-2EE0-0C40-195603B9F036}" dt="2026-05-08T09:41:34.358" v="0"/>
        <pc:sldMkLst>
          <pc:docMk/>
          <pc:sldMk cId="3483896755" sldId="268"/>
        </pc:sldMkLst>
      </pc:sldChg>
    </pc:docChg>
  </pc:docChgLst>
  <pc:docChgLst>
    <pc:chgData name="Guest User" providerId="Windows Live" clId="Web-{BFB7BF1E-C639-E6E1-D9E8-AABCFD832AD5}"/>
    <pc:docChg chg="modSld">
      <pc:chgData name="Guest User" userId="" providerId="Windows Live" clId="Web-{BFB7BF1E-C639-E6E1-D9E8-AABCFD832AD5}" dt="2026-05-08T09:23:41.372" v="3" actId="20577"/>
      <pc:docMkLst>
        <pc:docMk/>
      </pc:docMkLst>
      <pc:sldChg chg="modSp">
        <pc:chgData name="Guest User" userId="" providerId="Windows Live" clId="Web-{BFB7BF1E-C639-E6E1-D9E8-AABCFD832AD5}" dt="2026-05-08T09:23:41.372" v="3" actId="20577"/>
        <pc:sldMkLst>
          <pc:docMk/>
          <pc:sldMk cId="0" sldId="262"/>
        </pc:sldMkLst>
        <pc:spChg chg="mod">
          <ac:chgData name="Guest User" userId="" providerId="Windows Live" clId="Web-{BFB7BF1E-C639-E6E1-D9E8-AABCFD832AD5}" dt="2026-05-08T09:23:41.372" v="3" actId="20577"/>
          <ac:spMkLst>
            <pc:docMk/>
            <pc:sldMk cId="0" sldId="262"/>
            <ac:spMk id="3" creationId="{00000000-0000-0000-0000-000000000000}"/>
          </ac:spMkLst>
        </pc:spChg>
      </pc:sldChg>
    </pc:docChg>
  </pc:docChgLst>
  <pc:docChgLst>
    <pc:chgData name="Guest User" providerId="Windows Live" clId="Web-{94969AAF-1060-4762-CFF0-5CD6DB59A939}"/>
    <pc:docChg chg="modSld">
      <pc:chgData name="Guest User" userId="" providerId="Windows Live" clId="Web-{94969AAF-1060-4762-CFF0-5CD6DB59A939}" dt="2026-05-11T11:53:24.024" v="49" actId="20577"/>
      <pc:docMkLst>
        <pc:docMk/>
      </pc:docMkLst>
      <pc:sldChg chg="modSp">
        <pc:chgData name="Guest User" userId="" providerId="Windows Live" clId="Web-{94969AAF-1060-4762-CFF0-5CD6DB59A939}" dt="2026-05-11T11:53:24.024" v="49" actId="20577"/>
        <pc:sldMkLst>
          <pc:docMk/>
          <pc:sldMk cId="0" sldId="263"/>
        </pc:sldMkLst>
        <pc:spChg chg="mod">
          <ac:chgData name="Guest User" userId="" providerId="Windows Live" clId="Web-{94969AAF-1060-4762-CFF0-5CD6DB59A939}" dt="2026-05-11T11:49:11.912" v="23" actId="20577"/>
          <ac:spMkLst>
            <pc:docMk/>
            <pc:sldMk cId="0" sldId="263"/>
            <ac:spMk id="8" creationId="{00000000-0000-0000-0000-000000000000}"/>
          </ac:spMkLst>
        </pc:spChg>
        <pc:spChg chg="mod">
          <ac:chgData name="Guest User" userId="" providerId="Windows Live" clId="Web-{94969AAF-1060-4762-CFF0-5CD6DB59A939}" dt="2026-05-11T11:49:37.117" v="32" actId="20577"/>
          <ac:spMkLst>
            <pc:docMk/>
            <pc:sldMk cId="0" sldId="263"/>
            <ac:spMk id="13" creationId="{00000000-0000-0000-0000-000000000000}"/>
          </ac:spMkLst>
        </pc:spChg>
        <pc:spChg chg="mod">
          <ac:chgData name="Guest User" userId="" providerId="Windows Live" clId="Web-{94969AAF-1060-4762-CFF0-5CD6DB59A939}" dt="2026-05-11T11:53:24.024" v="49" actId="20577"/>
          <ac:spMkLst>
            <pc:docMk/>
            <pc:sldMk cId="0" sldId="263"/>
            <ac:spMk id="18" creationId="{00000000-0000-0000-0000-000000000000}"/>
          </ac:spMkLst>
        </pc:spChg>
      </pc:sldChg>
    </pc:docChg>
  </pc:docChgLst>
  <pc:docChgLst>
    <pc:chgData name="Guest User" providerId="Windows Live" clId="Web-{6539F0BB-22E5-98F5-1BAA-141B632980B9}"/>
    <pc:docChg chg="addSld delSld modSld">
      <pc:chgData name="Guest User" userId="" providerId="Windows Live" clId="Web-{6539F0BB-22E5-98F5-1BAA-141B632980B9}" dt="2026-05-11T09:25:38.797" v="211" actId="20577"/>
      <pc:docMkLst>
        <pc:docMk/>
      </pc:docMkLst>
      <pc:sldChg chg="addSp delSp modSp">
        <pc:chgData name="Guest User" userId="" providerId="Windows Live" clId="Web-{6539F0BB-22E5-98F5-1BAA-141B632980B9}" dt="2026-05-11T09:19:27.583" v="202" actId="1076"/>
        <pc:sldMkLst>
          <pc:docMk/>
          <pc:sldMk cId="3483896755" sldId="268"/>
        </pc:sldMkLst>
        <pc:spChg chg="add mod">
          <ac:chgData name="Guest User" userId="" providerId="Windows Live" clId="Web-{6539F0BB-22E5-98F5-1BAA-141B632980B9}" dt="2026-05-11T09:08:47.626" v="103" actId="20577"/>
          <ac:spMkLst>
            <pc:docMk/>
            <pc:sldMk cId="3483896755" sldId="268"/>
            <ac:spMk id="3" creationId="{3C4B051E-32EB-D8BE-4815-C62257904845}"/>
          </ac:spMkLst>
        </pc:spChg>
        <pc:spChg chg="add">
          <ac:chgData name="Guest User" userId="" providerId="Windows Live" clId="Web-{6539F0BB-22E5-98F5-1BAA-141B632980B9}" dt="2026-05-11T08:36:55.286" v="8"/>
          <ac:spMkLst>
            <pc:docMk/>
            <pc:sldMk cId="3483896755" sldId="268"/>
            <ac:spMk id="5" creationId="{7251B4CE-47A7-EBB5-E3F8-2A36DAA22F95}"/>
          </ac:spMkLst>
        </pc:spChg>
        <pc:spChg chg="add del mod">
          <ac:chgData name="Guest User" userId="" providerId="Windows Live" clId="Web-{6539F0BB-22E5-98F5-1BAA-141B632980B9}" dt="2026-05-11T09:07:30.764" v="67"/>
          <ac:spMkLst>
            <pc:docMk/>
            <pc:sldMk cId="3483896755" sldId="268"/>
            <ac:spMk id="9" creationId="{E7A53927-503C-6044-A420-D588F4202685}"/>
          </ac:spMkLst>
        </pc:spChg>
        <pc:spChg chg="add del mod">
          <ac:chgData name="Guest User" userId="" providerId="Windows Live" clId="Web-{6539F0BB-22E5-98F5-1BAA-141B632980B9}" dt="2026-05-11T09:07:33.233" v="68"/>
          <ac:spMkLst>
            <pc:docMk/>
            <pc:sldMk cId="3483896755" sldId="268"/>
            <ac:spMk id="10" creationId="{9C2D8D69-CDA5-0D6B-3268-82E23488E267}"/>
          </ac:spMkLst>
        </pc:spChg>
        <pc:spChg chg="add mod">
          <ac:chgData name="Guest User" userId="" providerId="Windows Live" clId="Web-{6539F0BB-22E5-98F5-1BAA-141B632980B9}" dt="2026-05-11T09:12:50.929" v="107" actId="20577"/>
          <ac:spMkLst>
            <pc:docMk/>
            <pc:sldMk cId="3483896755" sldId="268"/>
            <ac:spMk id="12" creationId="{6E1C997C-C30D-B8DA-05A5-1F38E5AA04D6}"/>
          </ac:spMkLst>
        </pc:spChg>
        <pc:spChg chg="add mod">
          <ac:chgData name="Guest User" userId="" providerId="Windows Live" clId="Web-{6539F0BB-22E5-98F5-1BAA-141B632980B9}" dt="2026-05-11T09:07:52.436" v="89" actId="1076"/>
          <ac:spMkLst>
            <pc:docMk/>
            <pc:sldMk cId="3483896755" sldId="268"/>
            <ac:spMk id="14" creationId="{D0A392A7-E4E9-F535-355D-FD075BF794CC}"/>
          </ac:spMkLst>
        </pc:spChg>
        <pc:spChg chg="add mod">
          <ac:chgData name="Guest User" userId="" providerId="Windows Live" clId="Web-{6539F0BB-22E5-98F5-1BAA-141B632980B9}" dt="2026-05-11T09:07:52.436" v="90" actId="1076"/>
          <ac:spMkLst>
            <pc:docMk/>
            <pc:sldMk cId="3483896755" sldId="268"/>
            <ac:spMk id="15" creationId="{75FF491C-1048-2717-C504-256C727231FF}"/>
          </ac:spMkLst>
        </pc:spChg>
        <pc:spChg chg="add mod">
          <ac:chgData name="Guest User" userId="" providerId="Windows Live" clId="Web-{6539F0BB-22E5-98F5-1BAA-141B632980B9}" dt="2026-05-11T09:16:21.421" v="152"/>
          <ac:spMkLst>
            <pc:docMk/>
            <pc:sldMk cId="3483896755" sldId="268"/>
            <ac:spMk id="19" creationId="{408C29DD-EEE6-3955-BB6C-5D8782D2BCD5}"/>
          </ac:spMkLst>
        </pc:spChg>
        <pc:spChg chg="add del mod">
          <ac:chgData name="Guest User" userId="" providerId="Windows Live" clId="Web-{6539F0BB-22E5-98F5-1BAA-141B632980B9}" dt="2026-05-11T09:15:25.544" v="137" actId="1076"/>
          <ac:spMkLst>
            <pc:docMk/>
            <pc:sldMk cId="3483896755" sldId="268"/>
            <ac:spMk id="20" creationId="{AC646691-2812-99F1-4355-9844C80FDABA}"/>
          </ac:spMkLst>
        </pc:spChg>
        <pc:spChg chg="add del mod">
          <ac:chgData name="Guest User" userId="" providerId="Windows Live" clId="Web-{6539F0BB-22E5-98F5-1BAA-141B632980B9}" dt="2026-05-11T09:19:09.098" v="195" actId="20577"/>
          <ac:spMkLst>
            <pc:docMk/>
            <pc:sldMk cId="3483896755" sldId="268"/>
            <ac:spMk id="21" creationId="{FC9089A8-C71B-7DA3-9DE4-61BB82C16D89}"/>
          </ac:spMkLst>
        </pc:spChg>
        <pc:spChg chg="add mod">
          <ac:chgData name="Guest User" userId="" providerId="Windows Live" clId="Web-{6539F0BB-22E5-98F5-1BAA-141B632980B9}" dt="2026-05-11T09:17:11.110" v="172"/>
          <ac:spMkLst>
            <pc:docMk/>
            <pc:sldMk cId="3483896755" sldId="268"/>
            <ac:spMk id="22" creationId="{58BAE76C-C3D8-3F34-8145-F4E9DFAE9E1C}"/>
          </ac:spMkLst>
        </pc:spChg>
        <pc:spChg chg="add mod">
          <ac:chgData name="Guest User" userId="" providerId="Windows Live" clId="Web-{6539F0BB-22E5-98F5-1BAA-141B632980B9}" dt="2026-05-11T09:17:59.455" v="180"/>
          <ac:spMkLst>
            <pc:docMk/>
            <pc:sldMk cId="3483896755" sldId="268"/>
            <ac:spMk id="23" creationId="{4C95D886-CBF9-90C5-02E0-A95137033127}"/>
          </ac:spMkLst>
        </pc:spChg>
        <pc:spChg chg="add mod">
          <ac:chgData name="Guest User" userId="" providerId="Windows Live" clId="Web-{6539F0BB-22E5-98F5-1BAA-141B632980B9}" dt="2026-05-11T09:18:15.034" v="186" actId="20577"/>
          <ac:spMkLst>
            <pc:docMk/>
            <pc:sldMk cId="3483896755" sldId="268"/>
            <ac:spMk id="24" creationId="{F3A93D58-985D-9D0E-F47D-16EB382E43FA}"/>
          </ac:spMkLst>
        </pc:spChg>
        <pc:spChg chg="add mod">
          <ac:chgData name="Guest User" userId="" providerId="Windows Live" clId="Web-{6539F0BB-22E5-98F5-1BAA-141B632980B9}" dt="2026-05-11T09:19:27.583" v="202" actId="1076"/>
          <ac:spMkLst>
            <pc:docMk/>
            <pc:sldMk cId="3483896755" sldId="268"/>
            <ac:spMk id="25" creationId="{7DDFECB3-BBAC-54CD-1036-BE4FAB31CF74}"/>
          </ac:spMkLst>
        </pc:spChg>
        <pc:spChg chg="add mod">
          <ac:chgData name="Guest User" userId="" providerId="Windows Live" clId="Web-{6539F0BB-22E5-98F5-1BAA-141B632980B9}" dt="2026-05-11T09:19:17.879" v="200" actId="1076"/>
          <ac:spMkLst>
            <pc:docMk/>
            <pc:sldMk cId="3483896755" sldId="268"/>
            <ac:spMk id="26" creationId="{E148A2A8-71FB-653C-F2ED-1C9EF0B24AC7}"/>
          </ac:spMkLst>
        </pc:spChg>
        <pc:picChg chg="add del mod">
          <ac:chgData name="Guest User" userId="" providerId="Windows Live" clId="Web-{6539F0BB-22E5-98F5-1BAA-141B632980B9}" dt="2026-05-11T08:52:06.330" v="11"/>
          <ac:picMkLst>
            <pc:docMk/>
            <pc:sldMk cId="3483896755" sldId="268"/>
            <ac:picMk id="6" creationId="{5ABD72D9-EE6C-9150-30E8-9C37C3A55ABA}"/>
          </ac:picMkLst>
        </pc:picChg>
        <pc:picChg chg="add del mod">
          <ac:chgData name="Guest User" userId="" providerId="Windows Live" clId="Web-{6539F0BB-22E5-98F5-1BAA-141B632980B9}" dt="2026-05-11T08:52:47.643" v="26"/>
          <ac:picMkLst>
            <pc:docMk/>
            <pc:sldMk cId="3483896755" sldId="268"/>
            <ac:picMk id="7" creationId="{92286F1B-E7D6-1150-47CD-2286102CA5E3}"/>
          </ac:picMkLst>
        </pc:picChg>
        <pc:picChg chg="add del mod">
          <ac:chgData name="Guest User" userId="" providerId="Windows Live" clId="Web-{6539F0BB-22E5-98F5-1BAA-141B632980B9}" dt="2026-05-11T09:06:26.934" v="52"/>
          <ac:picMkLst>
            <pc:docMk/>
            <pc:sldMk cId="3483896755" sldId="268"/>
            <ac:picMk id="8" creationId="{15540039-F0F9-B112-7CDC-CC90C1623868}"/>
          </ac:picMkLst>
        </pc:picChg>
        <pc:picChg chg="add del mod">
          <ac:chgData name="Guest User" userId="" providerId="Windows Live" clId="Web-{6539F0BB-22E5-98F5-1BAA-141B632980B9}" dt="2026-05-11T08:54:44.865" v="38"/>
          <ac:picMkLst>
            <pc:docMk/>
            <pc:sldMk cId="3483896755" sldId="268"/>
            <ac:picMk id="11" creationId="{6B060322-5414-E55E-DA18-EE8A524E6BFB}"/>
          </ac:picMkLst>
        </pc:picChg>
        <pc:picChg chg="add mod">
          <ac:chgData name="Guest User" userId="" providerId="Windows Live" clId="Web-{6539F0BB-22E5-98F5-1BAA-141B632980B9}" dt="2026-05-11T09:13:01.539" v="109" actId="14100"/>
          <ac:picMkLst>
            <pc:docMk/>
            <pc:sldMk cId="3483896755" sldId="268"/>
            <ac:picMk id="13" creationId="{8BDE6F1A-12F1-1C9A-D180-9A15919E7C1D}"/>
          </ac:picMkLst>
        </pc:picChg>
        <pc:picChg chg="add del mod">
          <ac:chgData name="Guest User" userId="" providerId="Windows Live" clId="Web-{6539F0BB-22E5-98F5-1BAA-141B632980B9}" dt="2026-05-11T09:13:33.071" v="112"/>
          <ac:picMkLst>
            <pc:docMk/>
            <pc:sldMk cId="3483896755" sldId="268"/>
            <ac:picMk id="16" creationId="{CC2266F2-1599-34EA-AF9E-342D90626285}"/>
          </ac:picMkLst>
        </pc:picChg>
        <pc:picChg chg="add mod">
          <ac:chgData name="Guest User" userId="" providerId="Windows Live" clId="Web-{6539F0BB-22E5-98F5-1BAA-141B632980B9}" dt="2026-05-11T09:14:05.869" v="114" actId="1076"/>
          <ac:picMkLst>
            <pc:docMk/>
            <pc:sldMk cId="3483896755" sldId="268"/>
            <ac:picMk id="17" creationId="{9BA7EBF3-C131-6CA6-B7BD-64DAEF43BF42}"/>
          </ac:picMkLst>
        </pc:picChg>
        <pc:picChg chg="add del mod">
          <ac:chgData name="Guest User" userId="" providerId="Windows Live" clId="Web-{6539F0BB-22E5-98F5-1BAA-141B632980B9}" dt="2026-05-11T09:14:30.714" v="117"/>
          <ac:picMkLst>
            <pc:docMk/>
            <pc:sldMk cId="3483896755" sldId="268"/>
            <ac:picMk id="18" creationId="{11CCC269-0504-27CE-3F1C-1CD3E473378C}"/>
          </ac:picMkLst>
        </pc:picChg>
      </pc:sldChg>
      <pc:sldChg chg="modSp add replId">
        <pc:chgData name="Guest User" userId="" providerId="Windows Live" clId="Web-{6539F0BB-22E5-98F5-1BAA-141B632980B9}" dt="2026-05-11T09:25:38.797" v="211" actId="20577"/>
        <pc:sldMkLst>
          <pc:docMk/>
          <pc:sldMk cId="2589345480" sldId="272"/>
        </pc:sldMkLst>
        <pc:spChg chg="mod">
          <ac:chgData name="Guest User" userId="" providerId="Windows Live" clId="Web-{6539F0BB-22E5-98F5-1BAA-141B632980B9}" dt="2026-05-11T09:25:38.797" v="211" actId="20577"/>
          <ac:spMkLst>
            <pc:docMk/>
            <pc:sldMk cId="2589345480" sldId="272"/>
            <ac:spMk id="3" creationId="{ABFF8429-60D5-7672-8206-EC672A830A45}"/>
          </ac:spMkLst>
        </pc:spChg>
      </pc:sldChg>
      <pc:sldChg chg="add del">
        <pc:chgData name="Guest User" userId="" providerId="Windows Live" clId="Web-{6539F0BB-22E5-98F5-1BAA-141B632980B9}" dt="2026-05-11T09:22:03.447" v="203"/>
        <pc:sldMkLst>
          <pc:docMk/>
          <pc:sldMk cId="2605242458" sldId="272"/>
        </pc:sldMkLst>
      </pc:sldChg>
    </pc:docChg>
  </pc:docChgLst>
  <pc:docChgLst>
    <pc:chgData name="Guest User" providerId="Windows Live" clId="Web-{9CCD3E89-6732-3196-6744-11A3B978DB65}"/>
    <pc:docChg chg="addSld modSld">
      <pc:chgData name="Guest User" userId="" providerId="Windows Live" clId="Web-{9CCD3E89-6732-3196-6744-11A3B978DB65}" dt="2026-05-11T10:35:03.914" v="467" actId="1076"/>
      <pc:docMkLst>
        <pc:docMk/>
      </pc:docMkLst>
      <pc:sldChg chg="addSp delSp modSp">
        <pc:chgData name="Guest User" userId="" providerId="Windows Live" clId="Web-{9CCD3E89-6732-3196-6744-11A3B978DB65}" dt="2026-05-11T09:54:45.251" v="306"/>
        <pc:sldMkLst>
          <pc:docMk/>
          <pc:sldMk cId="1844668720" sldId="269"/>
        </pc:sldMkLst>
        <pc:picChg chg="add del mod">
          <ac:chgData name="Guest User" userId="" providerId="Windows Live" clId="Web-{9CCD3E89-6732-3196-6744-11A3B978DB65}" dt="2026-05-11T09:54:45.251" v="306"/>
          <ac:picMkLst>
            <pc:docMk/>
            <pc:sldMk cId="1844668720" sldId="269"/>
            <ac:picMk id="2" creationId="{1402A4B0-164B-A099-AB33-F62DC78D7CCD}"/>
          </ac:picMkLst>
        </pc:picChg>
      </pc:sldChg>
      <pc:sldChg chg="addSp delSp modSp">
        <pc:chgData name="Guest User" userId="" providerId="Windows Live" clId="Web-{9CCD3E89-6732-3196-6744-11A3B978DB65}" dt="2026-05-11T09:40:51.801" v="236" actId="20577"/>
        <pc:sldMkLst>
          <pc:docMk/>
          <pc:sldMk cId="2589345480" sldId="272"/>
        </pc:sldMkLst>
        <pc:spChg chg="add mod">
          <ac:chgData name="Guest User" userId="" providerId="Windows Live" clId="Web-{9CCD3E89-6732-3196-6744-11A3B978DB65}" dt="2026-05-11T09:30:36.728" v="35" actId="20577"/>
          <ac:spMkLst>
            <pc:docMk/>
            <pc:sldMk cId="2589345480" sldId="272"/>
            <ac:spMk id="6" creationId="{0F24684E-1D22-EAE2-C910-7C6FD69C9999}"/>
          </ac:spMkLst>
        </pc:spChg>
        <pc:spChg chg="add mod">
          <ac:chgData name="Guest User" userId="" providerId="Windows Live" clId="Web-{9CCD3E89-6732-3196-6744-11A3B978DB65}" dt="2026-05-11T09:38:30.187" v="204" actId="20577"/>
          <ac:spMkLst>
            <pc:docMk/>
            <pc:sldMk cId="2589345480" sldId="272"/>
            <ac:spMk id="7" creationId="{7E6B4A83-E1B9-2A7B-28A4-A276D66D4D7E}"/>
          </ac:spMkLst>
        </pc:spChg>
        <pc:spChg chg="add mod">
          <ac:chgData name="Guest User" userId="" providerId="Windows Live" clId="Web-{9CCD3E89-6732-3196-6744-11A3B978DB65}" dt="2026-05-11T09:39:17.970" v="212" actId="20577"/>
          <ac:spMkLst>
            <pc:docMk/>
            <pc:sldMk cId="2589345480" sldId="272"/>
            <ac:spMk id="8" creationId="{633824F4-685C-C297-2E3F-E2C674ED2786}"/>
          </ac:spMkLst>
        </pc:spChg>
        <pc:spChg chg="add mod">
          <ac:chgData name="Guest User" userId="" providerId="Windows Live" clId="Web-{9CCD3E89-6732-3196-6744-11A3B978DB65}" dt="2026-05-11T09:31:27.525" v="67" actId="20577"/>
          <ac:spMkLst>
            <pc:docMk/>
            <pc:sldMk cId="2589345480" sldId="272"/>
            <ac:spMk id="9" creationId="{BB45CBAB-C16B-12D0-E026-DA2653891CFB}"/>
          </ac:spMkLst>
        </pc:spChg>
        <pc:spChg chg="add mod">
          <ac:chgData name="Guest User" userId="" providerId="Windows Live" clId="Web-{9CCD3E89-6732-3196-6744-11A3B978DB65}" dt="2026-05-11T09:39:41.580" v="216" actId="20577"/>
          <ac:spMkLst>
            <pc:docMk/>
            <pc:sldMk cId="2589345480" sldId="272"/>
            <ac:spMk id="10" creationId="{FFCE2E2A-55A1-B7B6-896F-5876D663C61F}"/>
          </ac:spMkLst>
        </pc:spChg>
        <pc:spChg chg="add mod">
          <ac:chgData name="Guest User" userId="" providerId="Windows Live" clId="Web-{9CCD3E89-6732-3196-6744-11A3B978DB65}" dt="2026-05-11T09:40:14.300" v="224" actId="20577"/>
          <ac:spMkLst>
            <pc:docMk/>
            <pc:sldMk cId="2589345480" sldId="272"/>
            <ac:spMk id="11" creationId="{9B6D0CC4-6E8D-CFE2-34E3-040222F10D22}"/>
          </ac:spMkLst>
        </pc:spChg>
        <pc:spChg chg="del">
          <ac:chgData name="Guest User" userId="" providerId="Windows Live" clId="Web-{9CCD3E89-6732-3196-6744-11A3B978DB65}" dt="2026-05-11T09:28:32.054" v="12"/>
          <ac:spMkLst>
            <pc:docMk/>
            <pc:sldMk cId="2589345480" sldId="272"/>
            <ac:spMk id="12" creationId="{5061A3BD-25E0-133D-B9F4-802346B284F6}"/>
          </ac:spMkLst>
        </pc:spChg>
        <pc:spChg chg="del">
          <ac:chgData name="Guest User" userId="" providerId="Windows Live" clId="Web-{9CCD3E89-6732-3196-6744-11A3B978DB65}" dt="2026-05-11T09:28:32.054" v="10"/>
          <ac:spMkLst>
            <pc:docMk/>
            <pc:sldMk cId="2589345480" sldId="272"/>
            <ac:spMk id="14" creationId="{1FC7D034-26E3-D911-5D60-5ACBE8BBB313}"/>
          </ac:spMkLst>
        </pc:spChg>
        <pc:spChg chg="del">
          <ac:chgData name="Guest User" userId="" providerId="Windows Live" clId="Web-{9CCD3E89-6732-3196-6744-11A3B978DB65}" dt="2026-05-11T09:28:32.054" v="9"/>
          <ac:spMkLst>
            <pc:docMk/>
            <pc:sldMk cId="2589345480" sldId="272"/>
            <ac:spMk id="15" creationId="{B7622972-D5B3-AAB7-26C7-B33643C555F4}"/>
          </ac:spMkLst>
        </pc:spChg>
        <pc:spChg chg="add mod">
          <ac:chgData name="Guest User" userId="" providerId="Windows Live" clId="Web-{9CCD3E89-6732-3196-6744-11A3B978DB65}" dt="2026-05-11T09:40:25.566" v="226" actId="20577"/>
          <ac:spMkLst>
            <pc:docMk/>
            <pc:sldMk cId="2589345480" sldId="272"/>
            <ac:spMk id="16" creationId="{A7C3F4B3-E671-44BF-699C-C272CB57A16C}"/>
          </ac:spMkLst>
        </pc:spChg>
        <pc:spChg chg="add mod">
          <ac:chgData name="Guest User" userId="" providerId="Windows Live" clId="Web-{9CCD3E89-6732-3196-6744-11A3B978DB65}" dt="2026-05-11T09:40:30.894" v="228" actId="20577"/>
          <ac:spMkLst>
            <pc:docMk/>
            <pc:sldMk cId="2589345480" sldId="272"/>
            <ac:spMk id="18" creationId="{618430B0-DA14-F345-33DB-3CD2E0C810B2}"/>
          </ac:spMkLst>
        </pc:spChg>
        <pc:spChg chg="del">
          <ac:chgData name="Guest User" userId="" providerId="Windows Live" clId="Web-{9CCD3E89-6732-3196-6744-11A3B978DB65}" dt="2026-05-11T09:28:32.054" v="7"/>
          <ac:spMkLst>
            <pc:docMk/>
            <pc:sldMk cId="2589345480" sldId="272"/>
            <ac:spMk id="19" creationId="{749C26E1-A451-9983-3B13-BEC724F4E24C}"/>
          </ac:spMkLst>
        </pc:spChg>
        <pc:spChg chg="del">
          <ac:chgData name="Guest User" userId="" providerId="Windows Live" clId="Web-{9CCD3E89-6732-3196-6744-11A3B978DB65}" dt="2026-05-11T09:28:32.054" v="6"/>
          <ac:spMkLst>
            <pc:docMk/>
            <pc:sldMk cId="2589345480" sldId="272"/>
            <ac:spMk id="20" creationId="{57223F8D-B89D-6C62-4734-5DC5E2B3C1E4}"/>
          </ac:spMkLst>
        </pc:spChg>
        <pc:spChg chg="del">
          <ac:chgData name="Guest User" userId="" providerId="Windows Live" clId="Web-{9CCD3E89-6732-3196-6744-11A3B978DB65}" dt="2026-05-11T09:28:32.054" v="5"/>
          <ac:spMkLst>
            <pc:docMk/>
            <pc:sldMk cId="2589345480" sldId="272"/>
            <ac:spMk id="21" creationId="{EA68E69B-37A6-70CE-EB43-4F43B5C798F4}"/>
          </ac:spMkLst>
        </pc:spChg>
        <pc:spChg chg="del">
          <ac:chgData name="Guest User" userId="" providerId="Windows Live" clId="Web-{9CCD3E89-6732-3196-6744-11A3B978DB65}" dt="2026-05-11T09:28:32.054" v="4"/>
          <ac:spMkLst>
            <pc:docMk/>
            <pc:sldMk cId="2589345480" sldId="272"/>
            <ac:spMk id="22" creationId="{A4D00039-13B3-685D-D77E-A5A5B271437A}"/>
          </ac:spMkLst>
        </pc:spChg>
        <pc:spChg chg="del">
          <ac:chgData name="Guest User" userId="" providerId="Windows Live" clId="Web-{9CCD3E89-6732-3196-6744-11A3B978DB65}" dt="2026-05-11T09:28:32.054" v="3"/>
          <ac:spMkLst>
            <pc:docMk/>
            <pc:sldMk cId="2589345480" sldId="272"/>
            <ac:spMk id="23" creationId="{18E390F8-4DFE-12DB-450E-E19F7B483628}"/>
          </ac:spMkLst>
        </pc:spChg>
        <pc:spChg chg="del">
          <ac:chgData name="Guest User" userId="" providerId="Windows Live" clId="Web-{9CCD3E89-6732-3196-6744-11A3B978DB65}" dt="2026-05-11T09:28:32.054" v="2"/>
          <ac:spMkLst>
            <pc:docMk/>
            <pc:sldMk cId="2589345480" sldId="272"/>
            <ac:spMk id="24" creationId="{5FE58B78-AB04-B14F-1FFC-936276B7BDBF}"/>
          </ac:spMkLst>
        </pc:spChg>
        <pc:spChg chg="del">
          <ac:chgData name="Guest User" userId="" providerId="Windows Live" clId="Web-{9CCD3E89-6732-3196-6744-11A3B978DB65}" dt="2026-05-11T09:28:32.054" v="1"/>
          <ac:spMkLst>
            <pc:docMk/>
            <pc:sldMk cId="2589345480" sldId="272"/>
            <ac:spMk id="25" creationId="{85625D1D-5FAF-89B6-EE70-511E71EF6044}"/>
          </ac:spMkLst>
        </pc:spChg>
        <pc:spChg chg="del">
          <ac:chgData name="Guest User" userId="" providerId="Windows Live" clId="Web-{9CCD3E89-6732-3196-6744-11A3B978DB65}" dt="2026-05-11T09:28:32.054" v="0"/>
          <ac:spMkLst>
            <pc:docMk/>
            <pc:sldMk cId="2589345480" sldId="272"/>
            <ac:spMk id="26" creationId="{646B1B30-3844-44C0-BE7B-F09D16AF8C2A}"/>
          </ac:spMkLst>
        </pc:spChg>
        <pc:spChg chg="add mod">
          <ac:chgData name="Guest User" userId="" providerId="Windows Live" clId="Web-{9CCD3E89-6732-3196-6744-11A3B978DB65}" dt="2026-05-11T09:40:35.675" v="230" actId="20577"/>
          <ac:spMkLst>
            <pc:docMk/>
            <pc:sldMk cId="2589345480" sldId="272"/>
            <ac:spMk id="27" creationId="{23867D4D-5634-D6C2-0BDE-74A06B7F9D11}"/>
          </ac:spMkLst>
        </pc:spChg>
        <pc:spChg chg="add mod">
          <ac:chgData name="Guest User" userId="" providerId="Windows Live" clId="Web-{9CCD3E89-6732-3196-6744-11A3B978DB65}" dt="2026-05-11T09:40:40.863" v="232" actId="20577"/>
          <ac:spMkLst>
            <pc:docMk/>
            <pc:sldMk cId="2589345480" sldId="272"/>
            <ac:spMk id="28" creationId="{B694863A-512B-05B7-B07C-1130A483B579}"/>
          </ac:spMkLst>
        </pc:spChg>
        <pc:spChg chg="add mod">
          <ac:chgData name="Guest User" userId="" providerId="Windows Live" clId="Web-{9CCD3E89-6732-3196-6744-11A3B978DB65}" dt="2026-05-11T09:40:45.254" v="234" actId="20577"/>
          <ac:spMkLst>
            <pc:docMk/>
            <pc:sldMk cId="2589345480" sldId="272"/>
            <ac:spMk id="29" creationId="{F73136A0-1BEB-BBC6-EF01-37B3774C2E60}"/>
          </ac:spMkLst>
        </pc:spChg>
        <pc:spChg chg="add mod">
          <ac:chgData name="Guest User" userId="" providerId="Windows Live" clId="Web-{9CCD3E89-6732-3196-6744-11A3B978DB65}" dt="2026-05-11T09:40:51.801" v="236" actId="20577"/>
          <ac:spMkLst>
            <pc:docMk/>
            <pc:sldMk cId="2589345480" sldId="272"/>
            <ac:spMk id="30" creationId="{1E3CFA80-2C31-2AFB-7960-B6B4D1399C66}"/>
          </ac:spMkLst>
        </pc:spChg>
        <pc:picChg chg="add mod">
          <ac:chgData name="Guest User" userId="" providerId="Windows Live" clId="Web-{9CCD3E89-6732-3196-6744-11A3B978DB65}" dt="2026-05-11T09:28:51.695" v="14" actId="1076"/>
          <ac:picMkLst>
            <pc:docMk/>
            <pc:sldMk cId="2589345480" sldId="272"/>
            <ac:picMk id="2" creationId="{D0EAA70C-5697-0282-100B-6A425EC20FB7}"/>
          </ac:picMkLst>
        </pc:picChg>
        <pc:picChg chg="add del mod">
          <ac:chgData name="Guest User" userId="" providerId="Windows Live" clId="Web-{9CCD3E89-6732-3196-6744-11A3B978DB65}" dt="2026-05-11T09:29:02.882" v="16"/>
          <ac:picMkLst>
            <pc:docMk/>
            <pc:sldMk cId="2589345480" sldId="272"/>
            <ac:picMk id="4" creationId="{792CF341-AEA6-6A60-A7CE-75C53D465374}"/>
          </ac:picMkLst>
        </pc:picChg>
        <pc:picChg chg="del">
          <ac:chgData name="Guest User" userId="" providerId="Windows Live" clId="Web-{9CCD3E89-6732-3196-6744-11A3B978DB65}" dt="2026-05-11T09:28:32.054" v="11"/>
          <ac:picMkLst>
            <pc:docMk/>
            <pc:sldMk cId="2589345480" sldId="272"/>
            <ac:picMk id="13" creationId="{F40583AE-6B76-40F3-E3DF-3B73009BB78E}"/>
          </ac:picMkLst>
        </pc:picChg>
        <pc:picChg chg="del">
          <ac:chgData name="Guest User" userId="" providerId="Windows Live" clId="Web-{9CCD3E89-6732-3196-6744-11A3B978DB65}" dt="2026-05-11T09:28:32.054" v="8"/>
          <ac:picMkLst>
            <pc:docMk/>
            <pc:sldMk cId="2589345480" sldId="272"/>
            <ac:picMk id="17" creationId="{8E4DA832-CBB2-7AAB-1102-1D14D5E2A0BE}"/>
          </ac:picMkLst>
        </pc:picChg>
        <pc:picChg chg="add del mod">
          <ac:chgData name="Guest User" userId="" providerId="Windows Live" clId="Web-{9CCD3E89-6732-3196-6744-11A3B978DB65}" dt="2026-05-11T09:37:16.684" v="194"/>
          <ac:picMkLst>
            <pc:docMk/>
            <pc:sldMk cId="2589345480" sldId="272"/>
            <ac:picMk id="31" creationId="{DAD7791E-5444-A497-5314-09517B936E2D}"/>
          </ac:picMkLst>
        </pc:picChg>
        <pc:picChg chg="add mod">
          <ac:chgData name="Guest User" userId="" providerId="Windows Live" clId="Web-{9CCD3E89-6732-3196-6744-11A3B978DB65}" dt="2026-05-11T09:37:35.841" v="198" actId="1076"/>
          <ac:picMkLst>
            <pc:docMk/>
            <pc:sldMk cId="2589345480" sldId="272"/>
            <ac:picMk id="32" creationId="{4240B68F-7000-FD34-1AAE-B0F7D67BEBE8}"/>
          </ac:picMkLst>
        </pc:picChg>
        <pc:picChg chg="add mod">
          <ac:chgData name="Guest User" userId="" providerId="Windows Live" clId="Web-{9CCD3E89-6732-3196-6744-11A3B978DB65}" dt="2026-05-11T09:38:24.671" v="203" actId="14100"/>
          <ac:picMkLst>
            <pc:docMk/>
            <pc:sldMk cId="2589345480" sldId="272"/>
            <ac:picMk id="33" creationId="{B7C655C5-4F3C-C044-4072-95E1BA14D95E}"/>
          </ac:picMkLst>
        </pc:picChg>
        <pc:picChg chg="add mod">
          <ac:chgData name="Guest User" userId="" providerId="Windows Live" clId="Web-{9CCD3E89-6732-3196-6744-11A3B978DB65}" dt="2026-05-11T09:38:45.672" v="207" actId="14100"/>
          <ac:picMkLst>
            <pc:docMk/>
            <pc:sldMk cId="2589345480" sldId="272"/>
            <ac:picMk id="34" creationId="{4F48B593-4D6E-E39E-54F9-9C3EB5134C8C}"/>
          </ac:picMkLst>
        </pc:picChg>
        <pc:picChg chg="add mod">
          <ac:chgData name="Guest User" userId="" providerId="Windows Live" clId="Web-{9CCD3E89-6732-3196-6744-11A3B978DB65}" dt="2026-05-11T09:39:13.001" v="211" actId="1076"/>
          <ac:picMkLst>
            <pc:docMk/>
            <pc:sldMk cId="2589345480" sldId="272"/>
            <ac:picMk id="35" creationId="{3F41CE58-200D-4C79-5BED-5C541138E9DA}"/>
          </ac:picMkLst>
        </pc:picChg>
        <pc:picChg chg="add mod">
          <ac:chgData name="Guest User" userId="" providerId="Windows Live" clId="Web-{9CCD3E89-6732-3196-6744-11A3B978DB65}" dt="2026-05-11T09:39:36.080" v="215" actId="14100"/>
          <ac:picMkLst>
            <pc:docMk/>
            <pc:sldMk cId="2589345480" sldId="272"/>
            <ac:picMk id="36" creationId="{4D636EC7-2102-2E89-80BF-26F5176C4F90}"/>
          </ac:picMkLst>
        </pc:picChg>
        <pc:picChg chg="add mod">
          <ac:chgData name="Guest User" userId="" providerId="Windows Live" clId="Web-{9CCD3E89-6732-3196-6744-11A3B978DB65}" dt="2026-05-11T09:40:10.300" v="223" actId="14100"/>
          <ac:picMkLst>
            <pc:docMk/>
            <pc:sldMk cId="2589345480" sldId="272"/>
            <ac:picMk id="37" creationId="{C9891525-1D79-C0C0-B4EE-E9D331772600}"/>
          </ac:picMkLst>
        </pc:picChg>
      </pc:sldChg>
      <pc:sldChg chg="addSp delSp modSp add replId">
        <pc:chgData name="Guest User" userId="" providerId="Windows Live" clId="Web-{9CCD3E89-6732-3196-6744-11A3B978DB65}" dt="2026-05-11T09:52:46.479" v="286" actId="1076"/>
        <pc:sldMkLst>
          <pc:docMk/>
          <pc:sldMk cId="3079593691" sldId="273"/>
        </pc:sldMkLst>
        <pc:spChg chg="mod">
          <ac:chgData name="Guest User" userId="" providerId="Windows Live" clId="Web-{9CCD3E89-6732-3196-6744-11A3B978DB65}" dt="2026-05-11T09:43:51.883" v="249" actId="20577"/>
          <ac:spMkLst>
            <pc:docMk/>
            <pc:sldMk cId="3079593691" sldId="273"/>
            <ac:spMk id="3" creationId="{5E098023-05C6-B670-0556-F755BCAB769A}"/>
          </ac:spMkLst>
        </pc:spChg>
        <pc:spChg chg="del">
          <ac:chgData name="Guest User" userId="" providerId="Windows Live" clId="Web-{9CCD3E89-6732-3196-6744-11A3B978DB65}" dt="2026-05-11T09:43:56.118" v="267"/>
          <ac:spMkLst>
            <pc:docMk/>
            <pc:sldMk cId="3079593691" sldId="273"/>
            <ac:spMk id="6" creationId="{CFCC95DA-9680-6E66-CE8B-4513762D6497}"/>
          </ac:spMkLst>
        </pc:spChg>
        <pc:spChg chg="del">
          <ac:chgData name="Guest User" userId="" providerId="Windows Live" clId="Web-{9CCD3E89-6732-3196-6744-11A3B978DB65}" dt="2026-05-11T09:43:56.118" v="266"/>
          <ac:spMkLst>
            <pc:docMk/>
            <pc:sldMk cId="3079593691" sldId="273"/>
            <ac:spMk id="7" creationId="{D298A2DB-78B3-9F43-07B9-5D5996DA6ED2}"/>
          </ac:spMkLst>
        </pc:spChg>
        <pc:spChg chg="del">
          <ac:chgData name="Guest User" userId="" providerId="Windows Live" clId="Web-{9CCD3E89-6732-3196-6744-11A3B978DB65}" dt="2026-05-11T09:43:56.118" v="265"/>
          <ac:spMkLst>
            <pc:docMk/>
            <pc:sldMk cId="3079593691" sldId="273"/>
            <ac:spMk id="8" creationId="{C0972835-3462-FD77-6DB4-E8F8AD8FD31A}"/>
          </ac:spMkLst>
        </pc:spChg>
        <pc:spChg chg="del">
          <ac:chgData name="Guest User" userId="" providerId="Windows Live" clId="Web-{9CCD3E89-6732-3196-6744-11A3B978DB65}" dt="2026-05-11T09:43:56.118" v="264"/>
          <ac:spMkLst>
            <pc:docMk/>
            <pc:sldMk cId="3079593691" sldId="273"/>
            <ac:spMk id="9" creationId="{0E09472C-CB61-DCCD-FC7C-7B3835115FE8}"/>
          </ac:spMkLst>
        </pc:spChg>
        <pc:spChg chg="del">
          <ac:chgData name="Guest User" userId="" providerId="Windows Live" clId="Web-{9CCD3E89-6732-3196-6744-11A3B978DB65}" dt="2026-05-11T09:43:56.118" v="263"/>
          <ac:spMkLst>
            <pc:docMk/>
            <pc:sldMk cId="3079593691" sldId="273"/>
            <ac:spMk id="10" creationId="{05B199CA-CDBE-9E23-D630-A08381E6D07C}"/>
          </ac:spMkLst>
        </pc:spChg>
        <pc:spChg chg="del">
          <ac:chgData name="Guest User" userId="" providerId="Windows Live" clId="Web-{9CCD3E89-6732-3196-6744-11A3B978DB65}" dt="2026-05-11T09:43:56.118" v="262"/>
          <ac:spMkLst>
            <pc:docMk/>
            <pc:sldMk cId="3079593691" sldId="273"/>
            <ac:spMk id="11" creationId="{FB44A247-67AC-6592-7877-469282DB0D31}"/>
          </ac:spMkLst>
        </pc:spChg>
        <pc:spChg chg="del">
          <ac:chgData name="Guest User" userId="" providerId="Windows Live" clId="Web-{9CCD3E89-6732-3196-6744-11A3B978DB65}" dt="2026-05-11T09:43:56.118" v="261"/>
          <ac:spMkLst>
            <pc:docMk/>
            <pc:sldMk cId="3079593691" sldId="273"/>
            <ac:spMk id="16" creationId="{3B92103F-8640-F845-EE80-E35EE081B19D}"/>
          </ac:spMkLst>
        </pc:spChg>
        <pc:spChg chg="del">
          <ac:chgData name="Guest User" userId="" providerId="Windows Live" clId="Web-{9CCD3E89-6732-3196-6744-11A3B978DB65}" dt="2026-05-11T09:43:56.118" v="260"/>
          <ac:spMkLst>
            <pc:docMk/>
            <pc:sldMk cId="3079593691" sldId="273"/>
            <ac:spMk id="18" creationId="{18E57491-30D2-1805-E875-C6EFB161F1FA}"/>
          </ac:spMkLst>
        </pc:spChg>
        <pc:spChg chg="del">
          <ac:chgData name="Guest User" userId="" providerId="Windows Live" clId="Web-{9CCD3E89-6732-3196-6744-11A3B978DB65}" dt="2026-05-11T09:43:56.118" v="259"/>
          <ac:spMkLst>
            <pc:docMk/>
            <pc:sldMk cId="3079593691" sldId="273"/>
            <ac:spMk id="27" creationId="{757DA686-0247-69DE-DC96-26833DDC9F9F}"/>
          </ac:spMkLst>
        </pc:spChg>
        <pc:spChg chg="del">
          <ac:chgData name="Guest User" userId="" providerId="Windows Live" clId="Web-{9CCD3E89-6732-3196-6744-11A3B978DB65}" dt="2026-05-11T09:43:56.118" v="258"/>
          <ac:spMkLst>
            <pc:docMk/>
            <pc:sldMk cId="3079593691" sldId="273"/>
            <ac:spMk id="28" creationId="{E0AB40D3-58C0-4784-9F58-A9D40AFF326D}"/>
          </ac:spMkLst>
        </pc:spChg>
        <pc:spChg chg="del">
          <ac:chgData name="Guest User" userId="" providerId="Windows Live" clId="Web-{9CCD3E89-6732-3196-6744-11A3B978DB65}" dt="2026-05-11T09:43:56.118" v="257"/>
          <ac:spMkLst>
            <pc:docMk/>
            <pc:sldMk cId="3079593691" sldId="273"/>
            <ac:spMk id="29" creationId="{51F6B057-319C-7AEA-EBDF-3EA78626EB50}"/>
          </ac:spMkLst>
        </pc:spChg>
        <pc:spChg chg="del">
          <ac:chgData name="Guest User" userId="" providerId="Windows Live" clId="Web-{9CCD3E89-6732-3196-6744-11A3B978DB65}" dt="2026-05-11T09:43:56.118" v="256"/>
          <ac:spMkLst>
            <pc:docMk/>
            <pc:sldMk cId="3079593691" sldId="273"/>
            <ac:spMk id="30" creationId="{40FC2665-085A-912D-5297-32E421125584}"/>
          </ac:spMkLst>
        </pc:spChg>
        <pc:picChg chg="del">
          <ac:chgData name="Guest User" userId="" providerId="Windows Live" clId="Web-{9CCD3E89-6732-3196-6744-11A3B978DB65}" dt="2026-05-11T09:43:56.118" v="268"/>
          <ac:picMkLst>
            <pc:docMk/>
            <pc:sldMk cId="3079593691" sldId="273"/>
            <ac:picMk id="2" creationId="{CF7C1DBB-A913-F9F3-FF0E-BE32CF3F877C}"/>
          </ac:picMkLst>
        </pc:picChg>
        <pc:picChg chg="add del mod">
          <ac:chgData name="Guest User" userId="" providerId="Windows Live" clId="Web-{9CCD3E89-6732-3196-6744-11A3B978DB65}" dt="2026-05-11T09:49:48.858" v="271"/>
          <ac:picMkLst>
            <pc:docMk/>
            <pc:sldMk cId="3079593691" sldId="273"/>
            <ac:picMk id="4" creationId="{BE96993B-6764-D81B-424B-7CC2F80ED1C5}"/>
          </ac:picMkLst>
        </pc:picChg>
        <pc:picChg chg="add del mod">
          <ac:chgData name="Guest User" userId="" providerId="Windows Live" clId="Web-{9CCD3E89-6732-3196-6744-11A3B978DB65}" dt="2026-05-11T09:50:14.828" v="277"/>
          <ac:picMkLst>
            <pc:docMk/>
            <pc:sldMk cId="3079593691" sldId="273"/>
            <ac:picMk id="12" creationId="{6795E4A2-85B2-CDE1-9033-08CF0F35AFD2}"/>
          </ac:picMkLst>
        </pc:picChg>
        <pc:picChg chg="add del mod modCrop">
          <ac:chgData name="Guest User" userId="" providerId="Windows Live" clId="Web-{9CCD3E89-6732-3196-6744-11A3B978DB65}" dt="2026-05-11T09:50:26.298" v="281"/>
          <ac:picMkLst>
            <pc:docMk/>
            <pc:sldMk cId="3079593691" sldId="273"/>
            <ac:picMk id="13" creationId="{16E7FF24-F467-D510-72DE-EA4D927C3A04}"/>
          </ac:picMkLst>
        </pc:picChg>
        <pc:picChg chg="add mod">
          <ac:chgData name="Guest User" userId="" providerId="Windows Live" clId="Web-{9CCD3E89-6732-3196-6744-11A3B978DB65}" dt="2026-05-11T09:52:46.479" v="286" actId="1076"/>
          <ac:picMkLst>
            <pc:docMk/>
            <pc:sldMk cId="3079593691" sldId="273"/>
            <ac:picMk id="14" creationId="{0781EC9A-F093-DA1D-253F-C80E63CF52B6}"/>
          </ac:picMkLst>
        </pc:picChg>
        <pc:picChg chg="del">
          <ac:chgData name="Guest User" userId="" providerId="Windows Live" clId="Web-{9CCD3E89-6732-3196-6744-11A3B978DB65}" dt="2026-05-11T09:43:56.118" v="255"/>
          <ac:picMkLst>
            <pc:docMk/>
            <pc:sldMk cId="3079593691" sldId="273"/>
            <ac:picMk id="32" creationId="{5F44CDD8-EA02-AE50-ABDB-C98BBEEB3E44}"/>
          </ac:picMkLst>
        </pc:picChg>
        <pc:picChg chg="del">
          <ac:chgData name="Guest User" userId="" providerId="Windows Live" clId="Web-{9CCD3E89-6732-3196-6744-11A3B978DB65}" dt="2026-05-11T09:43:56.118" v="254"/>
          <ac:picMkLst>
            <pc:docMk/>
            <pc:sldMk cId="3079593691" sldId="273"/>
            <ac:picMk id="33" creationId="{65DE1121-DA4C-7E22-F852-AC45F218AED9}"/>
          </ac:picMkLst>
        </pc:picChg>
        <pc:picChg chg="del">
          <ac:chgData name="Guest User" userId="" providerId="Windows Live" clId="Web-{9CCD3E89-6732-3196-6744-11A3B978DB65}" dt="2026-05-11T09:43:56.118" v="253"/>
          <ac:picMkLst>
            <pc:docMk/>
            <pc:sldMk cId="3079593691" sldId="273"/>
            <ac:picMk id="34" creationId="{A5197AD1-2C9F-BDCB-4C07-1839FD69B0B1}"/>
          </ac:picMkLst>
        </pc:picChg>
        <pc:picChg chg="del">
          <ac:chgData name="Guest User" userId="" providerId="Windows Live" clId="Web-{9CCD3E89-6732-3196-6744-11A3B978DB65}" dt="2026-05-11T09:43:56.118" v="252"/>
          <ac:picMkLst>
            <pc:docMk/>
            <pc:sldMk cId="3079593691" sldId="273"/>
            <ac:picMk id="35" creationId="{7A6A47FB-9AB8-F695-DB59-8FEEAFCC64CF}"/>
          </ac:picMkLst>
        </pc:picChg>
        <pc:picChg chg="del">
          <ac:chgData name="Guest User" userId="" providerId="Windows Live" clId="Web-{9CCD3E89-6732-3196-6744-11A3B978DB65}" dt="2026-05-11T09:43:56.118" v="251"/>
          <ac:picMkLst>
            <pc:docMk/>
            <pc:sldMk cId="3079593691" sldId="273"/>
            <ac:picMk id="36" creationId="{16579486-384E-FFD8-7EC0-EA27085C9AA1}"/>
          </ac:picMkLst>
        </pc:picChg>
        <pc:picChg chg="del">
          <ac:chgData name="Guest User" userId="" providerId="Windows Live" clId="Web-{9CCD3E89-6732-3196-6744-11A3B978DB65}" dt="2026-05-11T09:43:56.118" v="250"/>
          <ac:picMkLst>
            <pc:docMk/>
            <pc:sldMk cId="3079593691" sldId="273"/>
            <ac:picMk id="37" creationId="{3B1130B4-AAE8-9701-C1AB-3911160FE8F6}"/>
          </ac:picMkLst>
        </pc:picChg>
      </pc:sldChg>
      <pc:sldChg chg="addSp delSp modSp add replId">
        <pc:chgData name="Guest User" userId="" providerId="Windows Live" clId="Web-{9CCD3E89-6732-3196-6744-11A3B978DB65}" dt="2026-05-11T10:22:09.295" v="328" actId="1076"/>
        <pc:sldMkLst>
          <pc:docMk/>
          <pc:sldMk cId="9820921" sldId="274"/>
        </pc:sldMkLst>
        <pc:spChg chg="mod">
          <ac:chgData name="Guest User" userId="" providerId="Windows Live" clId="Web-{9CCD3E89-6732-3196-6744-11A3B978DB65}" dt="2026-05-11T09:54:41.595" v="305" actId="20577"/>
          <ac:spMkLst>
            <pc:docMk/>
            <pc:sldMk cId="9820921" sldId="274"/>
            <ac:spMk id="3" creationId="{25FB1CE4-44CE-5D6A-4284-7EB79C539937}"/>
          </ac:spMkLst>
        </pc:spChg>
        <pc:picChg chg="add del mod modCrop">
          <ac:chgData name="Guest User" userId="" providerId="Windows Live" clId="Web-{9CCD3E89-6732-3196-6744-11A3B978DB65}" dt="2026-05-11T10:21:13.370" v="313"/>
          <ac:picMkLst>
            <pc:docMk/>
            <pc:sldMk cId="9820921" sldId="274"/>
            <ac:picMk id="2" creationId="{BDFE2E05-E8FF-ABB6-1AFC-18CA81B3C44A}"/>
          </ac:picMkLst>
        </pc:picChg>
        <pc:picChg chg="add mod modCrop">
          <ac:chgData name="Guest User" userId="" providerId="Windows Live" clId="Web-{9CCD3E89-6732-3196-6744-11A3B978DB65}" dt="2026-05-11T10:22:09.295" v="328" actId="1076"/>
          <ac:picMkLst>
            <pc:docMk/>
            <pc:sldMk cId="9820921" sldId="274"/>
            <ac:picMk id="4" creationId="{D65D4091-6A34-C4A2-F3DA-E43846139D5A}"/>
          </ac:picMkLst>
        </pc:picChg>
        <pc:picChg chg="del">
          <ac:chgData name="Guest User" userId="" providerId="Windows Live" clId="Web-{9CCD3E89-6732-3196-6744-11A3B978DB65}" dt="2026-05-11T09:54:18.672" v="289"/>
          <ac:picMkLst>
            <pc:docMk/>
            <pc:sldMk cId="9820921" sldId="274"/>
            <ac:picMk id="14" creationId="{29B55ADA-568F-E05C-DB01-A3E20B89C2AF}"/>
          </ac:picMkLst>
        </pc:picChg>
      </pc:sldChg>
      <pc:sldChg chg="addSp delSp modSp add replId">
        <pc:chgData name="Guest User" userId="" providerId="Windows Live" clId="Web-{9CCD3E89-6732-3196-6744-11A3B978DB65}" dt="2026-05-11T10:35:03.914" v="467" actId="1076"/>
        <pc:sldMkLst>
          <pc:docMk/>
          <pc:sldMk cId="4251734081" sldId="275"/>
        </pc:sldMkLst>
        <pc:spChg chg="mod">
          <ac:chgData name="Guest User" userId="" providerId="Windows Live" clId="Web-{9CCD3E89-6732-3196-6744-11A3B978DB65}" dt="2026-05-11T10:29:30.026" v="353" actId="20577"/>
          <ac:spMkLst>
            <pc:docMk/>
            <pc:sldMk cId="4251734081" sldId="275"/>
            <ac:spMk id="3" creationId="{6ED4CB7C-BC1F-27FA-F405-19B8C731202F}"/>
          </ac:spMkLst>
        </pc:spChg>
        <pc:spChg chg="add mod">
          <ac:chgData name="Guest User" userId="" providerId="Windows Live" clId="Web-{9CCD3E89-6732-3196-6744-11A3B978DB65}" dt="2026-05-11T10:34:53.507" v="463" actId="14100"/>
          <ac:spMkLst>
            <pc:docMk/>
            <pc:sldMk cId="4251734081" sldId="275"/>
            <ac:spMk id="7" creationId="{5C46E735-CC25-EF32-CCB8-67F0BCEBE5A9}"/>
          </ac:spMkLst>
        </pc:spChg>
        <pc:spChg chg="add mod">
          <ac:chgData name="Guest User" userId="" providerId="Windows Live" clId="Web-{9CCD3E89-6732-3196-6744-11A3B978DB65}" dt="2026-05-11T10:34:53.507" v="462" actId="14100"/>
          <ac:spMkLst>
            <pc:docMk/>
            <pc:sldMk cId="4251734081" sldId="275"/>
            <ac:spMk id="8" creationId="{73A15117-80DB-B65C-1128-8D55713C4371}"/>
          </ac:spMkLst>
        </pc:spChg>
        <pc:spChg chg="add mod">
          <ac:chgData name="Guest User" userId="" providerId="Windows Live" clId="Web-{9CCD3E89-6732-3196-6744-11A3B978DB65}" dt="2026-05-11T10:34:53.507" v="461" actId="14100"/>
          <ac:spMkLst>
            <pc:docMk/>
            <pc:sldMk cId="4251734081" sldId="275"/>
            <ac:spMk id="9" creationId="{9556DAE7-964B-A4C6-569B-11F3AD4C8B02}"/>
          </ac:spMkLst>
        </pc:spChg>
        <pc:spChg chg="add mod">
          <ac:chgData name="Guest User" userId="" providerId="Windows Live" clId="Web-{9CCD3E89-6732-3196-6744-11A3B978DB65}" dt="2026-05-11T10:34:53.507" v="460" actId="14100"/>
          <ac:spMkLst>
            <pc:docMk/>
            <pc:sldMk cId="4251734081" sldId="275"/>
            <ac:spMk id="10" creationId="{18AAD38E-FBB8-BDA1-A844-B9061A1A0E90}"/>
          </ac:spMkLst>
        </pc:spChg>
        <pc:spChg chg="add mod">
          <ac:chgData name="Guest User" userId="" providerId="Windows Live" clId="Web-{9CCD3E89-6732-3196-6744-11A3B978DB65}" dt="2026-05-11T10:34:53.507" v="459" actId="14100"/>
          <ac:spMkLst>
            <pc:docMk/>
            <pc:sldMk cId="4251734081" sldId="275"/>
            <ac:spMk id="11" creationId="{9C53735A-AD02-681C-26B6-D607CA0D0CD6}"/>
          </ac:spMkLst>
        </pc:spChg>
        <pc:spChg chg="add mod">
          <ac:chgData name="Guest User" userId="" providerId="Windows Live" clId="Web-{9CCD3E89-6732-3196-6744-11A3B978DB65}" dt="2026-05-11T10:34:53.507" v="458" actId="14100"/>
          <ac:spMkLst>
            <pc:docMk/>
            <pc:sldMk cId="4251734081" sldId="275"/>
            <ac:spMk id="12" creationId="{141A30C5-0A07-659F-D7C1-1EF1D05E145E}"/>
          </ac:spMkLst>
        </pc:spChg>
        <pc:spChg chg="add mod">
          <ac:chgData name="Guest User" userId="" providerId="Windows Live" clId="Web-{9CCD3E89-6732-3196-6744-11A3B978DB65}" dt="2026-05-11T10:34:53.507" v="457" actId="14100"/>
          <ac:spMkLst>
            <pc:docMk/>
            <pc:sldMk cId="4251734081" sldId="275"/>
            <ac:spMk id="13" creationId="{5513A7ED-7AA6-02F7-D05D-5ED91830739E}"/>
          </ac:spMkLst>
        </pc:spChg>
        <pc:spChg chg="add mod">
          <ac:chgData name="Guest User" userId="" providerId="Windows Live" clId="Web-{9CCD3E89-6732-3196-6744-11A3B978DB65}" dt="2026-05-11T10:34:53.507" v="456" actId="14100"/>
          <ac:spMkLst>
            <pc:docMk/>
            <pc:sldMk cId="4251734081" sldId="275"/>
            <ac:spMk id="14" creationId="{879F4525-BE98-ED2F-8731-A2F4885D0E85}"/>
          </ac:spMkLst>
        </pc:spChg>
        <pc:picChg chg="add del mod">
          <ac:chgData name="Guest User" userId="" providerId="Windows Live" clId="Web-{9CCD3E89-6732-3196-6744-11A3B978DB65}" dt="2026-05-11T10:29:27.104" v="351"/>
          <ac:picMkLst>
            <pc:docMk/>
            <pc:sldMk cId="4251734081" sldId="275"/>
            <ac:picMk id="2" creationId="{1598E6B6-62A6-138B-795C-D149515E7438}"/>
          </ac:picMkLst>
        </pc:picChg>
        <pc:picChg chg="del">
          <ac:chgData name="Guest User" userId="" providerId="Windows Live" clId="Web-{9CCD3E89-6732-3196-6744-11A3B978DB65}" dt="2026-05-11T10:29:22.041" v="349"/>
          <ac:picMkLst>
            <pc:docMk/>
            <pc:sldMk cId="4251734081" sldId="275"/>
            <ac:picMk id="4" creationId="{AA1A159C-1849-157B-777B-759A1096415A}"/>
          </ac:picMkLst>
        </pc:picChg>
        <pc:picChg chg="add mod">
          <ac:chgData name="Guest User" userId="" providerId="Windows Live" clId="Web-{9CCD3E89-6732-3196-6744-11A3B978DB65}" dt="2026-05-11T10:34:53.507" v="464" actId="14100"/>
          <ac:picMkLst>
            <pc:docMk/>
            <pc:sldMk cId="4251734081" sldId="275"/>
            <ac:picMk id="6" creationId="{476E1AFD-BDEA-AF5C-6C4C-0D91031816DB}"/>
          </ac:picMkLst>
        </pc:picChg>
        <pc:picChg chg="add mod">
          <ac:chgData name="Guest User" userId="" providerId="Windows Live" clId="Web-{9CCD3E89-6732-3196-6744-11A3B978DB65}" dt="2026-05-11T10:35:03.914" v="467" actId="1076"/>
          <ac:picMkLst>
            <pc:docMk/>
            <pc:sldMk cId="4251734081" sldId="275"/>
            <ac:picMk id="15" creationId="{E7BC59DD-555E-8496-D6EB-C5C82E79515D}"/>
          </ac:picMkLst>
        </pc:picChg>
      </pc:sldChg>
    </pc:docChg>
  </pc:docChgLst>
  <pc:docChgLst>
    <pc:chgData name="Guest User" providerId="Windows Live" clId="Web-{AE8CA066-1936-9448-5788-7378064267CD}"/>
    <pc:docChg chg="addSld delSld modSld sldOrd">
      <pc:chgData name="Guest User" userId="" providerId="Windows Live" clId="Web-{AE8CA066-1936-9448-5788-7378064267CD}" dt="2026-05-11T15:48:04.074" v="529" actId="20577"/>
      <pc:docMkLst>
        <pc:docMk/>
      </pc:docMkLst>
      <pc:sldChg chg="modSp">
        <pc:chgData name="Guest User" userId="" providerId="Windows Live" clId="Web-{AE8CA066-1936-9448-5788-7378064267CD}" dt="2026-05-11T15:48:04.074" v="529" actId="20577"/>
        <pc:sldMkLst>
          <pc:docMk/>
          <pc:sldMk cId="0" sldId="265"/>
        </pc:sldMkLst>
        <pc:spChg chg="mod">
          <ac:chgData name="Guest User" userId="" providerId="Windows Live" clId="Web-{AE8CA066-1936-9448-5788-7378064267CD}" dt="2026-05-11T15:48:04.074" v="529" actId="20577"/>
          <ac:spMkLst>
            <pc:docMk/>
            <pc:sldMk cId="0" sldId="265"/>
            <ac:spMk id="33" creationId="{00000000-0000-0000-0000-000000000000}"/>
          </ac:spMkLst>
        </pc:spChg>
      </pc:sldChg>
      <pc:sldChg chg="addSp delSp modSp">
        <pc:chgData name="Guest User" userId="" providerId="Windows Live" clId="Web-{AE8CA066-1936-9448-5788-7378064267CD}" dt="2026-05-11T11:40:20.932" v="485" actId="20577"/>
        <pc:sldMkLst>
          <pc:docMk/>
          <pc:sldMk cId="3483896755" sldId="268"/>
        </pc:sldMkLst>
        <pc:spChg chg="add mod">
          <ac:chgData name="Guest User" userId="" providerId="Windows Live" clId="Web-{AE8CA066-1936-9448-5788-7378064267CD}" dt="2026-05-11T11:39:51.930" v="477" actId="1076"/>
          <ac:spMkLst>
            <pc:docMk/>
            <pc:sldMk cId="3483896755" sldId="268"/>
            <ac:spMk id="2" creationId="{B9561C99-5EF6-2EBA-D658-05BF0F22F0F7}"/>
          </ac:spMkLst>
        </pc:spChg>
        <pc:spChg chg="add mod">
          <ac:chgData name="Guest User" userId="" providerId="Windows Live" clId="Web-{AE8CA066-1936-9448-5788-7378064267CD}" dt="2026-05-11T11:40:20.932" v="485" actId="20577"/>
          <ac:spMkLst>
            <pc:docMk/>
            <pc:sldMk cId="3483896755" sldId="268"/>
            <ac:spMk id="4" creationId="{DE4415E8-101C-0F2D-1483-54CCE8744201}"/>
          </ac:spMkLst>
        </pc:spChg>
        <pc:spChg chg="add mod">
          <ac:chgData name="Guest User" userId="" providerId="Windows Live" clId="Web-{AE8CA066-1936-9448-5788-7378064267CD}" dt="2026-05-11T10:57:47.091" v="295" actId="1076"/>
          <ac:spMkLst>
            <pc:docMk/>
            <pc:sldMk cId="3483896755" sldId="268"/>
            <ac:spMk id="6" creationId="{65BAD20F-30AA-0806-4AB3-42A4AFF88DE1}"/>
          </ac:spMkLst>
        </pc:spChg>
        <pc:spChg chg="add mod">
          <ac:chgData name="Guest User" userId="" providerId="Windows Live" clId="Web-{AE8CA066-1936-9448-5788-7378064267CD}" dt="2026-05-11T11:40:09.353" v="483" actId="1076"/>
          <ac:spMkLst>
            <pc:docMk/>
            <pc:sldMk cId="3483896755" sldId="268"/>
            <ac:spMk id="7" creationId="{ACABED3E-09AC-333A-891C-F4F02A59AC78}"/>
          </ac:spMkLst>
        </pc:spChg>
        <pc:spChg chg="mod">
          <ac:chgData name="Guest User" userId="" providerId="Windows Live" clId="Web-{AE8CA066-1936-9448-5788-7378064267CD}" dt="2026-05-11T10:56:38.104" v="271" actId="1076"/>
          <ac:spMkLst>
            <pc:docMk/>
            <pc:sldMk cId="3483896755" sldId="268"/>
            <ac:spMk id="14" creationId="{D0A392A7-E4E9-F535-355D-FD075BF794CC}"/>
          </ac:spMkLst>
        </pc:spChg>
        <pc:spChg chg="mod">
          <ac:chgData name="Guest User" userId="" providerId="Windows Live" clId="Web-{AE8CA066-1936-9448-5788-7378064267CD}" dt="2026-05-11T10:56:40.604" v="272" actId="1076"/>
          <ac:spMkLst>
            <pc:docMk/>
            <pc:sldMk cId="3483896755" sldId="268"/>
            <ac:spMk id="15" creationId="{75FF491C-1048-2717-C504-256C727231FF}"/>
          </ac:spMkLst>
        </pc:spChg>
        <pc:spChg chg="mod">
          <ac:chgData name="Guest User" userId="" providerId="Windows Live" clId="Web-{AE8CA066-1936-9448-5788-7378064267CD}" dt="2026-05-11T10:56:54.683" v="278" actId="1076"/>
          <ac:spMkLst>
            <pc:docMk/>
            <pc:sldMk cId="3483896755" sldId="268"/>
            <ac:spMk id="19" creationId="{408C29DD-EEE6-3955-BB6C-5D8782D2BCD5}"/>
          </ac:spMkLst>
        </pc:spChg>
        <pc:spChg chg="mod">
          <ac:chgData name="Guest User" userId="" providerId="Windows Live" clId="Web-{AE8CA066-1936-9448-5788-7378064267CD}" dt="2026-05-11T10:56:44.370" v="274" actId="1076"/>
          <ac:spMkLst>
            <pc:docMk/>
            <pc:sldMk cId="3483896755" sldId="268"/>
            <ac:spMk id="20" creationId="{AC646691-2812-99F1-4355-9844C80FDABA}"/>
          </ac:spMkLst>
        </pc:spChg>
        <pc:spChg chg="mod">
          <ac:chgData name="Guest User" userId="" providerId="Windows Live" clId="Web-{AE8CA066-1936-9448-5788-7378064267CD}" dt="2026-05-11T10:57:00.495" v="280" actId="1076"/>
          <ac:spMkLst>
            <pc:docMk/>
            <pc:sldMk cId="3483896755" sldId="268"/>
            <ac:spMk id="21" creationId="{FC9089A8-C71B-7DA3-9DE4-61BB82C16D89}"/>
          </ac:spMkLst>
        </pc:spChg>
        <pc:spChg chg="mod">
          <ac:chgData name="Guest User" userId="" providerId="Windows Live" clId="Web-{AE8CA066-1936-9448-5788-7378064267CD}" dt="2026-05-11T10:57:22.746" v="289" actId="1076"/>
          <ac:spMkLst>
            <pc:docMk/>
            <pc:sldMk cId="3483896755" sldId="268"/>
            <ac:spMk id="22" creationId="{58BAE76C-C3D8-3F34-8145-F4E9DFAE9E1C}"/>
          </ac:spMkLst>
        </pc:spChg>
        <pc:spChg chg="mod">
          <ac:chgData name="Guest User" userId="" providerId="Windows Live" clId="Web-{AE8CA066-1936-9448-5788-7378064267CD}" dt="2026-05-11T10:57:20.777" v="288" actId="1076"/>
          <ac:spMkLst>
            <pc:docMk/>
            <pc:sldMk cId="3483896755" sldId="268"/>
            <ac:spMk id="23" creationId="{4C95D886-CBF9-90C5-02E0-A95137033127}"/>
          </ac:spMkLst>
        </pc:spChg>
        <pc:spChg chg="mod">
          <ac:chgData name="Guest User" userId="" providerId="Windows Live" clId="Web-{AE8CA066-1936-9448-5788-7378064267CD}" dt="2026-05-11T10:57:10.074" v="284" actId="1076"/>
          <ac:spMkLst>
            <pc:docMk/>
            <pc:sldMk cId="3483896755" sldId="268"/>
            <ac:spMk id="24" creationId="{F3A93D58-985D-9D0E-F47D-16EB382E43FA}"/>
          </ac:spMkLst>
        </pc:spChg>
        <pc:spChg chg="mod">
          <ac:chgData name="Guest User" userId="" providerId="Windows Live" clId="Web-{AE8CA066-1936-9448-5788-7378064267CD}" dt="2026-05-11T10:57:14.105" v="286" actId="14100"/>
          <ac:spMkLst>
            <pc:docMk/>
            <pc:sldMk cId="3483896755" sldId="268"/>
            <ac:spMk id="25" creationId="{7DDFECB3-BBAC-54CD-1036-BE4FAB31CF74}"/>
          </ac:spMkLst>
        </pc:spChg>
        <pc:spChg chg="mod">
          <ac:chgData name="Guest User" userId="" providerId="Windows Live" clId="Web-{AE8CA066-1936-9448-5788-7378064267CD}" dt="2026-05-11T10:57:03.136" v="281" actId="1076"/>
          <ac:spMkLst>
            <pc:docMk/>
            <pc:sldMk cId="3483896755" sldId="268"/>
            <ac:spMk id="26" creationId="{E148A2A8-71FB-653C-F2ED-1C9EF0B24AC7}"/>
          </ac:spMkLst>
        </pc:spChg>
        <pc:picChg chg="add del mod">
          <ac:chgData name="Guest User" userId="" providerId="Windows Live" clId="Web-{AE8CA066-1936-9448-5788-7378064267CD}" dt="2026-05-11T10:57:36.106" v="291"/>
          <ac:picMkLst>
            <pc:docMk/>
            <pc:sldMk cId="3483896755" sldId="268"/>
            <ac:picMk id="2" creationId="{1936115B-87FA-563D-D351-1E6EF033FE8F}"/>
          </ac:picMkLst>
        </pc:picChg>
        <pc:picChg chg="mod">
          <ac:chgData name="Guest User" userId="" providerId="Windows Live" clId="Web-{AE8CA066-1936-9448-5788-7378064267CD}" dt="2026-05-11T10:56:35.557" v="270" actId="14100"/>
          <ac:picMkLst>
            <pc:docMk/>
            <pc:sldMk cId="3483896755" sldId="268"/>
            <ac:picMk id="13" creationId="{8BDE6F1A-12F1-1C9A-D180-9A15919E7C1D}"/>
          </ac:picMkLst>
        </pc:picChg>
        <pc:picChg chg="mod">
          <ac:chgData name="Guest User" userId="" providerId="Windows Live" clId="Web-{AE8CA066-1936-9448-5788-7378064267CD}" dt="2026-05-11T10:56:42.276" v="273" actId="1076"/>
          <ac:picMkLst>
            <pc:docMk/>
            <pc:sldMk cId="3483896755" sldId="268"/>
            <ac:picMk id="17" creationId="{9BA7EBF3-C131-6CA6-B7BD-64DAEF43BF42}"/>
          </ac:picMkLst>
        </pc:picChg>
      </pc:sldChg>
      <pc:sldChg chg="del">
        <pc:chgData name="Guest User" userId="" providerId="Windows Live" clId="Web-{AE8CA066-1936-9448-5788-7378064267CD}" dt="2026-05-11T10:47:09.535" v="212"/>
        <pc:sldMkLst>
          <pc:docMk/>
          <pc:sldMk cId="1844668720" sldId="269"/>
        </pc:sldMkLst>
      </pc:sldChg>
      <pc:sldChg chg="del">
        <pc:chgData name="Guest User" userId="" providerId="Windows Live" clId="Web-{AE8CA066-1936-9448-5788-7378064267CD}" dt="2026-05-11T10:47:10.989" v="213"/>
        <pc:sldMkLst>
          <pc:docMk/>
          <pc:sldMk cId="4194053009" sldId="270"/>
        </pc:sldMkLst>
      </pc:sldChg>
      <pc:sldChg chg="del">
        <pc:chgData name="Guest User" userId="" providerId="Windows Live" clId="Web-{AE8CA066-1936-9448-5788-7378064267CD}" dt="2026-05-11T10:47:12.004" v="214"/>
        <pc:sldMkLst>
          <pc:docMk/>
          <pc:sldMk cId="2090114243" sldId="271"/>
        </pc:sldMkLst>
      </pc:sldChg>
      <pc:sldChg chg="addSp delSp modSp ord">
        <pc:chgData name="Guest User" userId="" providerId="Windows Live" clId="Web-{AE8CA066-1936-9448-5788-7378064267CD}" dt="2026-05-11T15:42:15.983" v="527"/>
        <pc:sldMkLst>
          <pc:docMk/>
          <pc:sldMk cId="2589345480" sldId="272"/>
        </pc:sldMkLst>
        <pc:spChg chg="add mod">
          <ac:chgData name="Guest User" userId="" providerId="Windows Live" clId="Web-{AE8CA066-1936-9448-5788-7378064267CD}" dt="2026-05-11T11:10:08.855" v="429" actId="1076"/>
          <ac:spMkLst>
            <pc:docMk/>
            <pc:sldMk cId="2589345480" sldId="272"/>
            <ac:spMk id="4" creationId="{D008CAD6-A45D-C5D6-27C3-0746BD6175C6}"/>
          </ac:spMkLst>
        </pc:spChg>
        <pc:spChg chg="add del mod">
          <ac:chgData name="Guest User" userId="" providerId="Windows Live" clId="Web-{AE8CA066-1936-9448-5788-7378064267CD}" dt="2026-05-11T11:10:08.417" v="411" actId="1076"/>
          <ac:spMkLst>
            <pc:docMk/>
            <pc:sldMk cId="2589345480" sldId="272"/>
            <ac:spMk id="6" creationId="{0F24684E-1D22-EAE2-C910-7C6FD69C9999}"/>
          </ac:spMkLst>
        </pc:spChg>
        <pc:spChg chg="mod">
          <ac:chgData name="Guest User" userId="" providerId="Windows Live" clId="Web-{AE8CA066-1936-9448-5788-7378064267CD}" dt="2026-05-11T11:10:08.433" v="412" actId="1076"/>
          <ac:spMkLst>
            <pc:docMk/>
            <pc:sldMk cId="2589345480" sldId="272"/>
            <ac:spMk id="7" creationId="{7E6B4A83-E1B9-2A7B-28A4-A276D66D4D7E}"/>
          </ac:spMkLst>
        </pc:spChg>
        <pc:spChg chg="mod">
          <ac:chgData name="Guest User" userId="" providerId="Windows Live" clId="Web-{AE8CA066-1936-9448-5788-7378064267CD}" dt="2026-05-11T11:10:23.683" v="438" actId="1076"/>
          <ac:spMkLst>
            <pc:docMk/>
            <pc:sldMk cId="2589345480" sldId="272"/>
            <ac:spMk id="8" creationId="{633824F4-685C-C297-2E3F-E2C674ED2786}"/>
          </ac:spMkLst>
        </pc:spChg>
        <pc:spChg chg="mod">
          <ac:chgData name="Guest User" userId="" providerId="Windows Live" clId="Web-{AE8CA066-1936-9448-5788-7378064267CD}" dt="2026-05-11T11:10:08.480" v="414" actId="1076"/>
          <ac:spMkLst>
            <pc:docMk/>
            <pc:sldMk cId="2589345480" sldId="272"/>
            <ac:spMk id="9" creationId="{BB45CBAB-C16B-12D0-E026-DA2653891CFB}"/>
          </ac:spMkLst>
        </pc:spChg>
        <pc:spChg chg="mod">
          <ac:chgData name="Guest User" userId="" providerId="Windows Live" clId="Web-{AE8CA066-1936-9448-5788-7378064267CD}" dt="2026-05-11T11:10:59.716" v="450" actId="1076"/>
          <ac:spMkLst>
            <pc:docMk/>
            <pc:sldMk cId="2589345480" sldId="272"/>
            <ac:spMk id="10" creationId="{FFCE2E2A-55A1-B7B6-896F-5876D663C61F}"/>
          </ac:spMkLst>
        </pc:spChg>
        <pc:spChg chg="mod">
          <ac:chgData name="Guest User" userId="" providerId="Windows Live" clId="Web-{AE8CA066-1936-9448-5788-7378064267CD}" dt="2026-05-11T11:11:33.686" v="461" actId="1076"/>
          <ac:spMkLst>
            <pc:docMk/>
            <pc:sldMk cId="2589345480" sldId="272"/>
            <ac:spMk id="11" creationId="{9B6D0CC4-6E8D-CFE2-34E3-040222F10D22}"/>
          </ac:spMkLst>
        </pc:spChg>
        <pc:spChg chg="add mod">
          <ac:chgData name="Guest User" userId="" providerId="Windows Live" clId="Web-{AE8CA066-1936-9448-5788-7378064267CD}" dt="2026-05-11T11:10:08.870" v="430" actId="1076"/>
          <ac:spMkLst>
            <pc:docMk/>
            <pc:sldMk cId="2589345480" sldId="272"/>
            <ac:spMk id="12" creationId="{A97FA346-6478-D337-6A7C-73FDC0D79E86}"/>
          </ac:spMkLst>
        </pc:spChg>
        <pc:spChg chg="add mod">
          <ac:chgData name="Guest User" userId="" providerId="Windows Live" clId="Web-{AE8CA066-1936-9448-5788-7378064267CD}" dt="2026-05-11T11:10:08.902" v="431" actId="1076"/>
          <ac:spMkLst>
            <pc:docMk/>
            <pc:sldMk cId="2589345480" sldId="272"/>
            <ac:spMk id="13" creationId="{9BF3F924-0132-0593-8F2C-576FED436A65}"/>
          </ac:spMkLst>
        </pc:spChg>
        <pc:spChg chg="add mod">
          <ac:chgData name="Guest User" userId="" providerId="Windows Live" clId="Web-{AE8CA066-1936-9448-5788-7378064267CD}" dt="2026-05-11T11:10:26.293" v="439" actId="1076"/>
          <ac:spMkLst>
            <pc:docMk/>
            <pc:sldMk cId="2589345480" sldId="272"/>
            <ac:spMk id="14" creationId="{54CAE699-A9CD-BB8C-D6BA-2BC175335BDD}"/>
          </ac:spMkLst>
        </pc:spChg>
        <pc:spChg chg="add mod">
          <ac:chgData name="Guest User" userId="" providerId="Windows Live" clId="Web-{AE8CA066-1936-9448-5788-7378064267CD}" dt="2026-05-11T11:11:08.091" v="451" actId="1076"/>
          <ac:spMkLst>
            <pc:docMk/>
            <pc:sldMk cId="2589345480" sldId="272"/>
            <ac:spMk id="15" creationId="{CC30D142-8F6D-BE0F-8106-8B9CDAD97301}"/>
          </ac:spMkLst>
        </pc:spChg>
        <pc:spChg chg="mod">
          <ac:chgData name="Guest User" userId="" providerId="Windows Live" clId="Web-{AE8CA066-1936-9448-5788-7378064267CD}" dt="2026-05-11T13:43:05.681" v="488" actId="20577"/>
          <ac:spMkLst>
            <pc:docMk/>
            <pc:sldMk cId="2589345480" sldId="272"/>
            <ac:spMk id="16" creationId="{A7C3F4B3-E671-44BF-699C-C272CB57A16C}"/>
          </ac:spMkLst>
        </pc:spChg>
        <pc:spChg chg="add mod">
          <ac:chgData name="Guest User" userId="" providerId="Windows Live" clId="Web-{AE8CA066-1936-9448-5788-7378064267CD}" dt="2026-05-11T11:11:47.593" v="465" actId="1076"/>
          <ac:spMkLst>
            <pc:docMk/>
            <pc:sldMk cId="2589345480" sldId="272"/>
            <ac:spMk id="17" creationId="{61BFAF01-BB3F-6698-D3DA-0F7CB94C33CE}"/>
          </ac:spMkLst>
        </pc:spChg>
        <pc:spChg chg="mod">
          <ac:chgData name="Guest User" userId="" providerId="Windows Live" clId="Web-{AE8CA066-1936-9448-5788-7378064267CD}" dt="2026-05-11T13:43:10.681" v="490" actId="20577"/>
          <ac:spMkLst>
            <pc:docMk/>
            <pc:sldMk cId="2589345480" sldId="272"/>
            <ac:spMk id="18" creationId="{618430B0-DA14-F345-33DB-3CD2E0C810B2}"/>
          </ac:spMkLst>
        </pc:spChg>
        <pc:spChg chg="mod">
          <ac:chgData name="Guest User" userId="" providerId="Windows Live" clId="Web-{AE8CA066-1936-9448-5788-7378064267CD}" dt="2026-05-11T13:43:14.447" v="492" actId="20577"/>
          <ac:spMkLst>
            <pc:docMk/>
            <pc:sldMk cId="2589345480" sldId="272"/>
            <ac:spMk id="27" creationId="{23867D4D-5634-D6C2-0BDE-74A06B7F9D11}"/>
          </ac:spMkLst>
        </pc:spChg>
        <pc:spChg chg="mod">
          <ac:chgData name="Guest User" userId="" providerId="Windows Live" clId="Web-{AE8CA066-1936-9448-5788-7378064267CD}" dt="2026-05-11T13:43:18.087" v="494" actId="20577"/>
          <ac:spMkLst>
            <pc:docMk/>
            <pc:sldMk cId="2589345480" sldId="272"/>
            <ac:spMk id="28" creationId="{B694863A-512B-05B7-B07C-1130A483B579}"/>
          </ac:spMkLst>
        </pc:spChg>
        <pc:spChg chg="mod">
          <ac:chgData name="Guest User" userId="" providerId="Windows Live" clId="Web-{AE8CA066-1936-9448-5788-7378064267CD}" dt="2026-05-11T13:43:22.431" v="496" actId="20577"/>
          <ac:spMkLst>
            <pc:docMk/>
            <pc:sldMk cId="2589345480" sldId="272"/>
            <ac:spMk id="29" creationId="{F73136A0-1BEB-BBC6-EF01-37B3774C2E60}"/>
          </ac:spMkLst>
        </pc:spChg>
        <pc:spChg chg="mod">
          <ac:chgData name="Guest User" userId="" providerId="Windows Live" clId="Web-{AE8CA066-1936-9448-5788-7378064267CD}" dt="2026-05-11T13:43:29.760" v="498" actId="20577"/>
          <ac:spMkLst>
            <pc:docMk/>
            <pc:sldMk cId="2589345480" sldId="272"/>
            <ac:spMk id="30" creationId="{1E3CFA80-2C31-2AFB-7960-B6B4D1399C66}"/>
          </ac:spMkLst>
        </pc:spChg>
        <pc:picChg chg="mod">
          <ac:chgData name="Guest User" userId="" providerId="Windows Live" clId="Web-{AE8CA066-1936-9448-5788-7378064267CD}" dt="2026-05-11T11:10:08.386" v="410" actId="1076"/>
          <ac:picMkLst>
            <pc:docMk/>
            <pc:sldMk cId="2589345480" sldId="272"/>
            <ac:picMk id="2" creationId="{D0EAA70C-5697-0282-100B-6A425EC20FB7}"/>
          </ac:picMkLst>
        </pc:picChg>
        <pc:picChg chg="mod">
          <ac:chgData name="Guest User" userId="" providerId="Windows Live" clId="Web-{AE8CA066-1936-9448-5788-7378064267CD}" dt="2026-05-11T11:10:08.714" v="423" actId="1076"/>
          <ac:picMkLst>
            <pc:docMk/>
            <pc:sldMk cId="2589345480" sldId="272"/>
            <ac:picMk id="32" creationId="{4240B68F-7000-FD34-1AAE-B0F7D67BEBE8}"/>
          </ac:picMkLst>
        </pc:picChg>
        <pc:picChg chg="mod">
          <ac:chgData name="Guest User" userId="" providerId="Windows Live" clId="Web-{AE8CA066-1936-9448-5788-7378064267CD}" dt="2026-05-11T11:10:08.730" v="424" actId="1076"/>
          <ac:picMkLst>
            <pc:docMk/>
            <pc:sldMk cId="2589345480" sldId="272"/>
            <ac:picMk id="33" creationId="{B7C655C5-4F3C-C044-4072-95E1BA14D95E}"/>
          </ac:picMkLst>
        </pc:picChg>
        <pc:picChg chg="mod">
          <ac:chgData name="Guest User" userId="" providerId="Windows Live" clId="Web-{AE8CA066-1936-9448-5788-7378064267CD}" dt="2026-05-11T11:10:08.761" v="425" actId="1076"/>
          <ac:picMkLst>
            <pc:docMk/>
            <pc:sldMk cId="2589345480" sldId="272"/>
            <ac:picMk id="34" creationId="{4F48B593-4D6E-E39E-54F9-9C3EB5134C8C}"/>
          </ac:picMkLst>
        </pc:picChg>
        <pc:picChg chg="mod">
          <ac:chgData name="Guest User" userId="" providerId="Windows Live" clId="Web-{AE8CA066-1936-9448-5788-7378064267CD}" dt="2026-05-11T11:10:08.792" v="426" actId="1076"/>
          <ac:picMkLst>
            <pc:docMk/>
            <pc:sldMk cId="2589345480" sldId="272"/>
            <ac:picMk id="35" creationId="{3F41CE58-200D-4C79-5BED-5C541138E9DA}"/>
          </ac:picMkLst>
        </pc:picChg>
        <pc:picChg chg="mod">
          <ac:chgData name="Guest User" userId="" providerId="Windows Live" clId="Web-{AE8CA066-1936-9448-5788-7378064267CD}" dt="2026-05-11T11:10:30.012" v="440" actId="1076"/>
          <ac:picMkLst>
            <pc:docMk/>
            <pc:sldMk cId="2589345480" sldId="272"/>
            <ac:picMk id="36" creationId="{4D636EC7-2102-2E89-80BF-26F5176C4F90}"/>
          </ac:picMkLst>
        </pc:picChg>
        <pc:picChg chg="mod">
          <ac:chgData name="Guest User" userId="" providerId="Windows Live" clId="Web-{AE8CA066-1936-9448-5788-7378064267CD}" dt="2026-05-11T11:11:40.874" v="463" actId="1076"/>
          <ac:picMkLst>
            <pc:docMk/>
            <pc:sldMk cId="2589345480" sldId="272"/>
            <ac:picMk id="37" creationId="{C9891525-1D79-C0C0-B4EE-E9D331772600}"/>
          </ac:picMkLst>
        </pc:picChg>
      </pc:sldChg>
      <pc:sldChg chg="addSp modSp">
        <pc:chgData name="Guest User" userId="" providerId="Windows Live" clId="Web-{AE8CA066-1936-9448-5788-7378064267CD}" dt="2026-05-11T15:08:27.077" v="526" actId="1076"/>
        <pc:sldMkLst>
          <pc:docMk/>
          <pc:sldMk cId="3079593691" sldId="273"/>
        </pc:sldMkLst>
        <pc:spChg chg="add mod">
          <ac:chgData name="Guest User" userId="" providerId="Windows Live" clId="Web-{AE8CA066-1936-9448-5788-7378064267CD}" dt="2026-05-11T15:06:21.196" v="521" actId="1076"/>
          <ac:spMkLst>
            <pc:docMk/>
            <pc:sldMk cId="3079593691" sldId="273"/>
            <ac:spMk id="2" creationId="{E15B5F8A-78D1-9EB9-729D-20A4A63AA150}"/>
          </ac:spMkLst>
        </pc:spChg>
        <pc:picChg chg="mod modCrop">
          <ac:chgData name="Guest User" userId="" providerId="Windows Live" clId="Web-{AE8CA066-1936-9448-5788-7378064267CD}" dt="2026-05-11T15:08:27.077" v="526" actId="1076"/>
          <ac:picMkLst>
            <pc:docMk/>
            <pc:sldMk cId="3079593691" sldId="273"/>
            <ac:picMk id="14" creationId="{0781EC9A-F093-DA1D-253F-C80E63CF52B6}"/>
          </ac:picMkLst>
        </pc:picChg>
      </pc:sldChg>
      <pc:sldChg chg="addSp delSp modSp">
        <pc:chgData name="Guest User" userId="" providerId="Windows Live" clId="Web-{AE8CA066-1936-9448-5788-7378064267CD}" dt="2026-05-11T15:03:49" v="515"/>
        <pc:sldMkLst>
          <pc:docMk/>
          <pc:sldMk cId="9820921" sldId="274"/>
        </pc:sldMkLst>
        <pc:picChg chg="add mod modCrop">
          <ac:chgData name="Guest User" userId="" providerId="Windows Live" clId="Web-{AE8CA066-1936-9448-5788-7378064267CD}" dt="2026-05-11T15:03:49" v="515"/>
          <ac:picMkLst>
            <pc:docMk/>
            <pc:sldMk cId="9820921" sldId="274"/>
            <ac:picMk id="2" creationId="{49C84EFB-01A7-E7F5-C92D-4281EF0FC390}"/>
          </ac:picMkLst>
        </pc:picChg>
        <pc:picChg chg="add del">
          <ac:chgData name="Guest User" userId="" providerId="Windows Live" clId="Web-{AE8CA066-1936-9448-5788-7378064267CD}" dt="2026-05-11T14:58:29.879" v="503"/>
          <ac:picMkLst>
            <pc:docMk/>
            <pc:sldMk cId="9820921" sldId="274"/>
            <ac:picMk id="4" creationId="{D65D4091-6A34-C4A2-F3DA-E43846139D5A}"/>
          </ac:picMkLst>
        </pc:picChg>
      </pc:sldChg>
      <pc:sldChg chg="addSp delSp modSp">
        <pc:chgData name="Guest User" userId="" providerId="Windows Live" clId="Web-{AE8CA066-1936-9448-5788-7378064267CD}" dt="2026-05-11T12:22:40.862" v="486" actId="1076"/>
        <pc:sldMkLst>
          <pc:docMk/>
          <pc:sldMk cId="4251734081" sldId="275"/>
        </pc:sldMkLst>
        <pc:spChg chg="add mod">
          <ac:chgData name="Guest User" userId="" providerId="Windows Live" clId="Web-{AE8CA066-1936-9448-5788-7378064267CD}" dt="2026-05-11T10:44:08.980" v="190" actId="1076"/>
          <ac:spMkLst>
            <pc:docMk/>
            <pc:sldMk cId="4251734081" sldId="275"/>
            <ac:spMk id="4" creationId="{05C17C5B-16D8-23CA-2026-787E2538DCC1}"/>
          </ac:spMkLst>
        </pc:spChg>
        <pc:spChg chg="mod">
          <ac:chgData name="Guest User" userId="" providerId="Windows Live" clId="Web-{AE8CA066-1936-9448-5788-7378064267CD}" dt="2026-05-11T10:44:16.762" v="204" actId="1076"/>
          <ac:spMkLst>
            <pc:docMk/>
            <pc:sldMk cId="4251734081" sldId="275"/>
            <ac:spMk id="7" creationId="{5C46E735-CC25-EF32-CCB8-67F0BCEBE5A9}"/>
          </ac:spMkLst>
        </pc:spChg>
        <pc:spChg chg="mod">
          <ac:chgData name="Guest User" userId="" providerId="Windows Live" clId="Web-{AE8CA066-1936-9448-5788-7378064267CD}" dt="2026-05-11T10:44:16.777" v="205" actId="1076"/>
          <ac:spMkLst>
            <pc:docMk/>
            <pc:sldMk cId="4251734081" sldId="275"/>
            <ac:spMk id="8" creationId="{73A15117-80DB-B65C-1128-8D55713C4371}"/>
          </ac:spMkLst>
        </pc:spChg>
        <pc:spChg chg="mod">
          <ac:chgData name="Guest User" userId="" providerId="Windows Live" clId="Web-{AE8CA066-1936-9448-5788-7378064267CD}" dt="2026-05-11T10:44:16.793" v="206" actId="1076"/>
          <ac:spMkLst>
            <pc:docMk/>
            <pc:sldMk cId="4251734081" sldId="275"/>
            <ac:spMk id="9" creationId="{9556DAE7-964B-A4C6-569B-11F3AD4C8B02}"/>
          </ac:spMkLst>
        </pc:spChg>
        <pc:spChg chg="mod">
          <ac:chgData name="Guest User" userId="" providerId="Windows Live" clId="Web-{AE8CA066-1936-9448-5788-7378064267CD}" dt="2026-05-11T10:44:16.824" v="207" actId="1076"/>
          <ac:spMkLst>
            <pc:docMk/>
            <pc:sldMk cId="4251734081" sldId="275"/>
            <ac:spMk id="10" creationId="{18AAD38E-FBB8-BDA1-A844-B9061A1A0E90}"/>
          </ac:spMkLst>
        </pc:spChg>
        <pc:spChg chg="mod">
          <ac:chgData name="Guest User" userId="" providerId="Windows Live" clId="Web-{AE8CA066-1936-9448-5788-7378064267CD}" dt="2026-05-11T10:44:16.824" v="208" actId="1076"/>
          <ac:spMkLst>
            <pc:docMk/>
            <pc:sldMk cId="4251734081" sldId="275"/>
            <ac:spMk id="11" creationId="{9C53735A-AD02-681C-26B6-D607CA0D0CD6}"/>
          </ac:spMkLst>
        </pc:spChg>
        <pc:spChg chg="mod">
          <ac:chgData name="Guest User" userId="" providerId="Windows Live" clId="Web-{AE8CA066-1936-9448-5788-7378064267CD}" dt="2026-05-11T12:22:40.862" v="486" actId="1076"/>
          <ac:spMkLst>
            <pc:docMk/>
            <pc:sldMk cId="4251734081" sldId="275"/>
            <ac:spMk id="12" creationId="{141A30C5-0A07-659F-D7C1-1EF1D05E145E}"/>
          </ac:spMkLst>
        </pc:spChg>
        <pc:spChg chg="mod">
          <ac:chgData name="Guest User" userId="" providerId="Windows Live" clId="Web-{AE8CA066-1936-9448-5788-7378064267CD}" dt="2026-05-11T10:44:16.871" v="210" actId="1076"/>
          <ac:spMkLst>
            <pc:docMk/>
            <pc:sldMk cId="4251734081" sldId="275"/>
            <ac:spMk id="13" creationId="{5513A7ED-7AA6-02F7-D05D-5ED91830739E}"/>
          </ac:spMkLst>
        </pc:spChg>
        <pc:spChg chg="mod">
          <ac:chgData name="Guest User" userId="" providerId="Windows Live" clId="Web-{AE8CA066-1936-9448-5788-7378064267CD}" dt="2026-05-11T10:44:16.887" v="211" actId="1076"/>
          <ac:spMkLst>
            <pc:docMk/>
            <pc:sldMk cId="4251734081" sldId="275"/>
            <ac:spMk id="14" creationId="{879F4525-BE98-ED2F-8731-A2F4885D0E85}"/>
          </ac:spMkLst>
        </pc:spChg>
        <pc:spChg chg="add mod">
          <ac:chgData name="Guest User" userId="" providerId="Windows Live" clId="Web-{AE8CA066-1936-9448-5788-7378064267CD}" dt="2026-05-11T10:44:08.996" v="191" actId="1076"/>
          <ac:spMkLst>
            <pc:docMk/>
            <pc:sldMk cId="4251734081" sldId="275"/>
            <ac:spMk id="16" creationId="{EF4FADFE-B827-6242-A7E7-098ED6714557}"/>
          </ac:spMkLst>
        </pc:spChg>
        <pc:spChg chg="add mod">
          <ac:chgData name="Guest User" userId="" providerId="Windows Live" clId="Web-{AE8CA066-1936-9448-5788-7378064267CD}" dt="2026-05-11T10:44:09.011" v="192" actId="1076"/>
          <ac:spMkLst>
            <pc:docMk/>
            <pc:sldMk cId="4251734081" sldId="275"/>
            <ac:spMk id="17" creationId="{038CCF69-52C2-3E00-70D3-674617DA0D8C}"/>
          </ac:spMkLst>
        </pc:spChg>
        <pc:spChg chg="add mod">
          <ac:chgData name="Guest User" userId="" providerId="Windows Live" clId="Web-{AE8CA066-1936-9448-5788-7378064267CD}" dt="2026-05-11T10:44:09.027" v="193" actId="1076"/>
          <ac:spMkLst>
            <pc:docMk/>
            <pc:sldMk cId="4251734081" sldId="275"/>
            <ac:spMk id="18" creationId="{C8CA306F-1A3D-E1EE-7DE3-2C8CE79E4605}"/>
          </ac:spMkLst>
        </pc:spChg>
        <pc:spChg chg="add mod">
          <ac:chgData name="Guest User" userId="" providerId="Windows Live" clId="Web-{AE8CA066-1936-9448-5788-7378064267CD}" dt="2026-05-11T10:44:09.043" v="194" actId="1076"/>
          <ac:spMkLst>
            <pc:docMk/>
            <pc:sldMk cId="4251734081" sldId="275"/>
            <ac:spMk id="19" creationId="{07A900CE-E591-F51D-F71A-8121AC0CD143}"/>
          </ac:spMkLst>
        </pc:spChg>
        <pc:spChg chg="add mod">
          <ac:chgData name="Guest User" userId="" providerId="Windows Live" clId="Web-{AE8CA066-1936-9448-5788-7378064267CD}" dt="2026-05-11T10:44:09.105" v="196" actId="1076"/>
          <ac:spMkLst>
            <pc:docMk/>
            <pc:sldMk cId="4251734081" sldId="275"/>
            <ac:spMk id="22" creationId="{8BA95947-BE78-B9B4-4204-5D38EAEB76A1}"/>
          </ac:spMkLst>
        </pc:spChg>
        <pc:spChg chg="add mod">
          <ac:chgData name="Guest User" userId="" providerId="Windows Live" clId="Web-{AE8CA066-1936-9448-5788-7378064267CD}" dt="2026-05-11T10:44:09.121" v="197" actId="1076"/>
          <ac:spMkLst>
            <pc:docMk/>
            <pc:sldMk cId="4251734081" sldId="275"/>
            <ac:spMk id="23" creationId="{39FA36D8-FFC0-DC1C-DBB2-5115E17A6423}"/>
          </ac:spMkLst>
        </pc:spChg>
        <pc:spChg chg="add mod">
          <ac:chgData name="Guest User" userId="" providerId="Windows Live" clId="Web-{AE8CA066-1936-9448-5788-7378064267CD}" dt="2026-05-11T10:44:09.136" v="198" actId="1076"/>
          <ac:spMkLst>
            <pc:docMk/>
            <pc:sldMk cId="4251734081" sldId="275"/>
            <ac:spMk id="24" creationId="{9B5897F0-3BBF-E644-F99D-8B5D5CDEE162}"/>
          </ac:spMkLst>
        </pc:spChg>
        <pc:spChg chg="add mod">
          <ac:chgData name="Guest User" userId="" providerId="Windows Live" clId="Web-{AE8CA066-1936-9448-5788-7378064267CD}" dt="2026-05-11T10:44:09.152" v="199" actId="1076"/>
          <ac:spMkLst>
            <pc:docMk/>
            <pc:sldMk cId="4251734081" sldId="275"/>
            <ac:spMk id="25" creationId="{79328D0F-3C42-8962-6A74-289B988A85DE}"/>
          </ac:spMkLst>
        </pc:spChg>
        <pc:spChg chg="add mod">
          <ac:chgData name="Guest User" userId="" providerId="Windows Live" clId="Web-{AE8CA066-1936-9448-5788-7378064267CD}" dt="2026-05-11T10:44:09.168" v="200" actId="1076"/>
          <ac:spMkLst>
            <pc:docMk/>
            <pc:sldMk cId="4251734081" sldId="275"/>
            <ac:spMk id="26" creationId="{9E838B48-F2F0-0B09-A7A9-73AD03CFD84D}"/>
          </ac:spMkLst>
        </pc:spChg>
        <pc:spChg chg="add mod">
          <ac:chgData name="Guest User" userId="" providerId="Windows Live" clId="Web-{AE8CA066-1936-9448-5788-7378064267CD}" dt="2026-05-11T10:44:09.214" v="202" actId="1076"/>
          <ac:spMkLst>
            <pc:docMk/>
            <pc:sldMk cId="4251734081" sldId="275"/>
            <ac:spMk id="29" creationId="{09EAA137-78AA-31C3-F655-FEE7F2967271}"/>
          </ac:spMkLst>
        </pc:spChg>
        <pc:picChg chg="add mod">
          <ac:chgData name="Guest User" userId="" providerId="Windows Live" clId="Web-{AE8CA066-1936-9448-5788-7378064267CD}" dt="2026-05-11T10:44:08.965" v="189" actId="1076"/>
          <ac:picMkLst>
            <pc:docMk/>
            <pc:sldMk cId="4251734081" sldId="275"/>
            <ac:picMk id="2" creationId="{50DCDBF5-DC4A-3E5F-3866-293575070DA9}"/>
          </ac:picMkLst>
        </pc:picChg>
        <pc:picChg chg="mod">
          <ac:chgData name="Guest User" userId="" providerId="Windows Live" clId="Web-{AE8CA066-1936-9448-5788-7378064267CD}" dt="2026-05-11T10:44:16.746" v="203" actId="1076"/>
          <ac:picMkLst>
            <pc:docMk/>
            <pc:sldMk cId="4251734081" sldId="275"/>
            <ac:picMk id="6" creationId="{476E1AFD-BDEA-AF5C-6C4C-0D91031816DB}"/>
          </ac:picMkLst>
        </pc:picChg>
        <pc:picChg chg="mod">
          <ac:chgData name="Guest User" userId="" providerId="Windows Live" clId="Web-{AE8CA066-1936-9448-5788-7378064267CD}" dt="2026-05-11T10:44:08.949" v="188" actId="1076"/>
          <ac:picMkLst>
            <pc:docMk/>
            <pc:sldMk cId="4251734081" sldId="275"/>
            <ac:picMk id="15" creationId="{E7BC59DD-555E-8496-D6EB-C5C82E79515D}"/>
          </ac:picMkLst>
        </pc:picChg>
        <pc:picChg chg="add del mod">
          <ac:chgData name="Guest User" userId="" providerId="Windows Live" clId="Web-{AE8CA066-1936-9448-5788-7378064267CD}" dt="2026-05-11T10:40:20.082" v="118"/>
          <ac:picMkLst>
            <pc:docMk/>
            <pc:sldMk cId="4251734081" sldId="275"/>
            <ac:picMk id="20" creationId="{AB7325AC-DFDA-EE18-1298-8C1FB8888320}"/>
          </ac:picMkLst>
        </pc:picChg>
        <pc:picChg chg="add del mod">
          <ac:chgData name="Guest User" userId="" providerId="Windows Live" clId="Web-{AE8CA066-1936-9448-5788-7378064267CD}" dt="2026-05-11T10:39:54.034" v="111"/>
          <ac:picMkLst>
            <pc:docMk/>
            <pc:sldMk cId="4251734081" sldId="275"/>
            <ac:picMk id="21" creationId="{F02FE10C-5F41-8717-5155-E383B25085F2}"/>
          </ac:picMkLst>
        </pc:picChg>
        <pc:picChg chg="add mod ord">
          <ac:chgData name="Guest User" userId="" providerId="Windows Live" clId="Web-{AE8CA066-1936-9448-5788-7378064267CD}" dt="2026-05-11T10:44:09.199" v="201" actId="1076"/>
          <ac:picMkLst>
            <pc:docMk/>
            <pc:sldMk cId="4251734081" sldId="275"/>
            <ac:picMk id="27" creationId="{57085DB6-5C7E-5F44-562B-F4117125F526}"/>
          </ac:picMkLst>
        </pc:picChg>
        <pc:picChg chg="add mod ord">
          <ac:chgData name="Guest User" userId="" providerId="Windows Live" clId="Web-{AE8CA066-1936-9448-5788-7378064267CD}" dt="2026-05-11T10:44:09.089" v="195" actId="1076"/>
          <ac:picMkLst>
            <pc:docMk/>
            <pc:sldMk cId="4251734081" sldId="275"/>
            <ac:picMk id="28" creationId="{6E0F3454-6906-A35B-2E90-386888519780}"/>
          </ac:picMkLst>
        </pc:picChg>
      </pc:sldChg>
      <pc:sldChg chg="addSp delSp modSp add del replId">
        <pc:chgData name="Guest User" userId="" providerId="Windows Live" clId="Web-{AE8CA066-1936-9448-5788-7378064267CD}" dt="2026-05-11T10:57:41.091" v="292"/>
        <pc:sldMkLst>
          <pc:docMk/>
          <pc:sldMk cId="3359051153" sldId="276"/>
        </pc:sldMkLst>
        <pc:spChg chg="mod">
          <ac:chgData name="Guest User" userId="" providerId="Windows Live" clId="Web-{AE8CA066-1936-9448-5788-7378064267CD}" dt="2026-05-11T10:52:33.751" v="227" actId="20577"/>
          <ac:spMkLst>
            <pc:docMk/>
            <pc:sldMk cId="3359051153" sldId="276"/>
            <ac:spMk id="3" creationId="{7125165D-608B-2287-B095-8D766CCE0880}"/>
          </ac:spMkLst>
        </pc:spChg>
        <pc:spChg chg="del">
          <ac:chgData name="Guest User" userId="" providerId="Windows Live" clId="Web-{AE8CA066-1936-9448-5788-7378064267CD}" dt="2026-05-11T10:52:49.627" v="240"/>
          <ac:spMkLst>
            <pc:docMk/>
            <pc:sldMk cId="3359051153" sldId="276"/>
            <ac:spMk id="12" creationId="{3297256B-906E-CB04-8411-1CA3BFDC48DC}"/>
          </ac:spMkLst>
        </pc:spChg>
        <pc:spChg chg="del">
          <ac:chgData name="Guest User" userId="" providerId="Windows Live" clId="Web-{AE8CA066-1936-9448-5788-7378064267CD}" dt="2026-05-11T10:52:49.627" v="238"/>
          <ac:spMkLst>
            <pc:docMk/>
            <pc:sldMk cId="3359051153" sldId="276"/>
            <ac:spMk id="14" creationId="{B9456298-E0DA-93C9-4FAE-2D7C82E58623}"/>
          </ac:spMkLst>
        </pc:spChg>
        <pc:spChg chg="del">
          <ac:chgData name="Guest User" userId="" providerId="Windows Live" clId="Web-{AE8CA066-1936-9448-5788-7378064267CD}" dt="2026-05-11T10:52:49.627" v="237"/>
          <ac:spMkLst>
            <pc:docMk/>
            <pc:sldMk cId="3359051153" sldId="276"/>
            <ac:spMk id="15" creationId="{93B97706-F814-24D6-3940-B74686D32F39}"/>
          </ac:spMkLst>
        </pc:spChg>
        <pc:spChg chg="del">
          <ac:chgData name="Guest User" userId="" providerId="Windows Live" clId="Web-{AE8CA066-1936-9448-5788-7378064267CD}" dt="2026-05-11T10:52:49.611" v="235"/>
          <ac:spMkLst>
            <pc:docMk/>
            <pc:sldMk cId="3359051153" sldId="276"/>
            <ac:spMk id="19" creationId="{E94299D0-5F6B-68AF-FB07-C177FAD16B14}"/>
          </ac:spMkLst>
        </pc:spChg>
        <pc:spChg chg="del">
          <ac:chgData name="Guest User" userId="" providerId="Windows Live" clId="Web-{AE8CA066-1936-9448-5788-7378064267CD}" dt="2026-05-11T10:52:49.611" v="234"/>
          <ac:spMkLst>
            <pc:docMk/>
            <pc:sldMk cId="3359051153" sldId="276"/>
            <ac:spMk id="20" creationId="{F04153E5-3825-8427-4277-CE60638F9A6E}"/>
          </ac:spMkLst>
        </pc:spChg>
        <pc:spChg chg="del">
          <ac:chgData name="Guest User" userId="" providerId="Windows Live" clId="Web-{AE8CA066-1936-9448-5788-7378064267CD}" dt="2026-05-11T10:52:49.611" v="233"/>
          <ac:spMkLst>
            <pc:docMk/>
            <pc:sldMk cId="3359051153" sldId="276"/>
            <ac:spMk id="21" creationId="{D3B16055-A691-EB14-A485-D0B766203866}"/>
          </ac:spMkLst>
        </pc:spChg>
        <pc:spChg chg="del">
          <ac:chgData name="Guest User" userId="" providerId="Windows Live" clId="Web-{AE8CA066-1936-9448-5788-7378064267CD}" dt="2026-05-11T10:52:49.611" v="232"/>
          <ac:spMkLst>
            <pc:docMk/>
            <pc:sldMk cId="3359051153" sldId="276"/>
            <ac:spMk id="22" creationId="{54F32D55-3306-F230-72E4-FA060CFB61E8}"/>
          </ac:spMkLst>
        </pc:spChg>
        <pc:spChg chg="del">
          <ac:chgData name="Guest User" userId="" providerId="Windows Live" clId="Web-{AE8CA066-1936-9448-5788-7378064267CD}" dt="2026-05-11T10:52:49.611" v="231"/>
          <ac:spMkLst>
            <pc:docMk/>
            <pc:sldMk cId="3359051153" sldId="276"/>
            <ac:spMk id="23" creationId="{317AA612-B24E-526F-E148-7BE4AB5AD1BA}"/>
          </ac:spMkLst>
        </pc:spChg>
        <pc:spChg chg="del">
          <ac:chgData name="Guest User" userId="" providerId="Windows Live" clId="Web-{AE8CA066-1936-9448-5788-7378064267CD}" dt="2026-05-11T10:52:49.611" v="230"/>
          <ac:spMkLst>
            <pc:docMk/>
            <pc:sldMk cId="3359051153" sldId="276"/>
            <ac:spMk id="24" creationId="{6820D404-1322-A087-53CF-ED8F9574A935}"/>
          </ac:spMkLst>
        </pc:spChg>
        <pc:spChg chg="del">
          <ac:chgData name="Guest User" userId="" providerId="Windows Live" clId="Web-{AE8CA066-1936-9448-5788-7378064267CD}" dt="2026-05-11T10:52:49.611" v="229"/>
          <ac:spMkLst>
            <pc:docMk/>
            <pc:sldMk cId="3359051153" sldId="276"/>
            <ac:spMk id="25" creationId="{3135AEB4-1466-B15C-BCDD-26E498568DF1}"/>
          </ac:spMkLst>
        </pc:spChg>
        <pc:spChg chg="del">
          <ac:chgData name="Guest User" userId="" providerId="Windows Live" clId="Web-{AE8CA066-1936-9448-5788-7378064267CD}" dt="2026-05-11T10:52:49.611" v="228"/>
          <ac:spMkLst>
            <pc:docMk/>
            <pc:sldMk cId="3359051153" sldId="276"/>
            <ac:spMk id="26" creationId="{AD3E3372-1999-AB11-D6E9-97076CDADF67}"/>
          </ac:spMkLst>
        </pc:spChg>
        <pc:picChg chg="add del mod">
          <ac:chgData name="Guest User" userId="" providerId="Windows Live" clId="Web-{AE8CA066-1936-9448-5788-7378064267CD}" dt="2026-05-11T10:54:32.553" v="247"/>
          <ac:picMkLst>
            <pc:docMk/>
            <pc:sldMk cId="3359051153" sldId="276"/>
            <ac:picMk id="2" creationId="{6E1466D9-025B-C26D-C28A-0E37273C68C3}"/>
          </ac:picMkLst>
        </pc:picChg>
        <pc:picChg chg="del">
          <ac:chgData name="Guest User" userId="" providerId="Windows Live" clId="Web-{AE8CA066-1936-9448-5788-7378064267CD}" dt="2026-05-11T10:52:49.627" v="239"/>
          <ac:picMkLst>
            <pc:docMk/>
            <pc:sldMk cId="3359051153" sldId="276"/>
            <ac:picMk id="13" creationId="{A8BE90F2-A0ED-C29A-B832-6B355F040697}"/>
          </ac:picMkLst>
        </pc:picChg>
        <pc:picChg chg="del">
          <ac:chgData name="Guest User" userId="" providerId="Windows Live" clId="Web-{AE8CA066-1936-9448-5788-7378064267CD}" dt="2026-05-11T10:52:49.611" v="236"/>
          <ac:picMkLst>
            <pc:docMk/>
            <pc:sldMk cId="3359051153" sldId="276"/>
            <ac:picMk id="17" creationId="{CFDAA611-4765-1BF0-17BC-65A93B8DCD18}"/>
          </ac:picMkLst>
        </pc:picChg>
      </pc:sldChg>
    </pc:docChg>
  </pc:docChgLst>
  <pc:docChgLst>
    <pc:chgData name="Guest User" providerId="Windows Live" clId="Web-{7D1EDD7F-54E0-B44C-A466-60417548A768}"/>
    <pc:docChg chg="modSld">
      <pc:chgData name="Guest User" userId="" providerId="Windows Live" clId="Web-{7D1EDD7F-54E0-B44C-A466-60417548A768}" dt="2026-05-11T10:29:45.185" v="36" actId="20577"/>
      <pc:docMkLst>
        <pc:docMk/>
      </pc:docMkLst>
      <pc:sldChg chg="modSp">
        <pc:chgData name="Guest User" userId="" providerId="Windows Live" clId="Web-{7D1EDD7F-54E0-B44C-A466-60417548A768}" dt="2026-05-11T10:27:01.035" v="5" actId="20577"/>
        <pc:sldMkLst>
          <pc:docMk/>
          <pc:sldMk cId="0" sldId="259"/>
        </pc:sldMkLst>
        <pc:spChg chg="mod">
          <ac:chgData name="Guest User" userId="" providerId="Windows Live" clId="Web-{7D1EDD7F-54E0-B44C-A466-60417548A768}" dt="2026-05-11T10:26:53.426" v="3" actId="20577"/>
          <ac:spMkLst>
            <pc:docMk/>
            <pc:sldMk cId="0" sldId="259"/>
            <ac:spMk id="22" creationId="{00000000-0000-0000-0000-000000000000}"/>
          </ac:spMkLst>
        </pc:spChg>
        <pc:spChg chg="mod">
          <ac:chgData name="Guest User" userId="" providerId="Windows Live" clId="Web-{7D1EDD7F-54E0-B44C-A466-60417548A768}" dt="2026-05-11T10:27:01.035" v="5" actId="20577"/>
          <ac:spMkLst>
            <pc:docMk/>
            <pc:sldMk cId="0" sldId="259"/>
            <ac:spMk id="34" creationId="{00000000-0000-0000-0000-000000000000}"/>
          </ac:spMkLst>
        </pc:spChg>
      </pc:sldChg>
      <pc:sldChg chg="modSp">
        <pc:chgData name="Guest User" userId="" providerId="Windows Live" clId="Web-{7D1EDD7F-54E0-B44C-A466-60417548A768}" dt="2026-05-11T10:27:33.037" v="7" actId="20577"/>
        <pc:sldMkLst>
          <pc:docMk/>
          <pc:sldMk cId="0" sldId="260"/>
        </pc:sldMkLst>
        <pc:spChg chg="mod">
          <ac:chgData name="Guest User" userId="" providerId="Windows Live" clId="Web-{7D1EDD7F-54E0-B44C-A466-60417548A768}" dt="2026-05-11T10:27:33.037" v="7" actId="20577"/>
          <ac:spMkLst>
            <pc:docMk/>
            <pc:sldMk cId="0" sldId="260"/>
            <ac:spMk id="14" creationId="{00000000-0000-0000-0000-000000000000}"/>
          </ac:spMkLst>
        </pc:spChg>
      </pc:sldChg>
      <pc:sldChg chg="modSp">
        <pc:chgData name="Guest User" userId="" providerId="Windows Live" clId="Web-{7D1EDD7F-54E0-B44C-A466-60417548A768}" dt="2026-05-11T10:29:45.185" v="36" actId="20577"/>
        <pc:sldMkLst>
          <pc:docMk/>
          <pc:sldMk cId="0" sldId="261"/>
        </pc:sldMkLst>
        <pc:spChg chg="mod">
          <ac:chgData name="Guest User" userId="" providerId="Windows Live" clId="Web-{7D1EDD7F-54E0-B44C-A466-60417548A768}" dt="2026-05-11T10:29:45.185" v="36" actId="20577"/>
          <ac:spMkLst>
            <pc:docMk/>
            <pc:sldMk cId="0" sldId="261"/>
            <ac:spMk id="52" creationId="{00000000-0000-0000-0000-000000000000}"/>
          </ac:spMkLst>
        </pc:spChg>
        <pc:spChg chg="mod">
          <ac:chgData name="Guest User" userId="" providerId="Windows Live" clId="Web-{7D1EDD7F-54E0-B44C-A466-60417548A768}" dt="2026-05-11T10:27:59.804" v="10" actId="20577"/>
          <ac:spMkLst>
            <pc:docMk/>
            <pc:sldMk cId="0" sldId="261"/>
            <ac:spMk id="56" creationId="{00000000-0000-0000-0000-000000000000}"/>
          </ac:spMkLst>
        </pc:spChg>
        <pc:spChg chg="mod">
          <ac:chgData name="Guest User" userId="" providerId="Windows Live" clId="Web-{7D1EDD7F-54E0-B44C-A466-60417548A768}" dt="2026-05-11T10:28:53.386" v="23" actId="20577"/>
          <ac:spMkLst>
            <pc:docMk/>
            <pc:sldMk cId="0" sldId="261"/>
            <ac:spMk id="58" creationId="{00000000-0000-0000-0000-000000000000}"/>
          </ac:spMkLst>
        </pc:spChg>
        <pc:spChg chg="mod">
          <ac:chgData name="Guest User" userId="" providerId="Windows Live" clId="Web-{7D1EDD7F-54E0-B44C-A466-60417548A768}" dt="2026-05-11T10:29:20.543" v="33" actId="20577"/>
          <ac:spMkLst>
            <pc:docMk/>
            <pc:sldMk cId="0" sldId="261"/>
            <ac:spMk id="60" creationId="{00000000-0000-0000-0000-000000000000}"/>
          </ac:spMkLst>
        </pc:spChg>
        <pc:spChg chg="mod">
          <ac:chgData name="Guest User" userId="" providerId="Windows Live" clId="Web-{7D1EDD7F-54E0-B44C-A466-60417548A768}" dt="2026-05-11T10:29:30.575" v="35" actId="20577"/>
          <ac:spMkLst>
            <pc:docMk/>
            <pc:sldMk cId="0" sldId="261"/>
            <ac:spMk id="62" creationId="{00000000-0000-0000-0000-000000000000}"/>
          </ac:spMkLst>
        </pc:spChg>
        <pc:spChg chg="mod">
          <ac:chgData name="Guest User" userId="" providerId="Windows Live" clId="Web-{7D1EDD7F-54E0-B44C-A466-60417548A768}" dt="2026-05-11T10:28:08.742" v="15" actId="20577"/>
          <ac:spMkLst>
            <pc:docMk/>
            <pc:sldMk cId="0" sldId="261"/>
            <ac:spMk id="68" creationId="{00000000-0000-0000-0000-000000000000}"/>
          </ac:spMkLst>
        </pc:spChg>
        <pc:spChg chg="mod">
          <ac:chgData name="Guest User" userId="" providerId="Windows Live" clId="Web-{7D1EDD7F-54E0-B44C-A466-60417548A768}" dt="2026-05-11T10:29:00.995" v="26" actId="20577"/>
          <ac:spMkLst>
            <pc:docMk/>
            <pc:sldMk cId="0" sldId="261"/>
            <ac:spMk id="70" creationId="{00000000-0000-0000-0000-000000000000}"/>
          </ac:spMkLst>
        </pc:spChg>
        <pc:spChg chg="mod">
          <ac:chgData name="Guest User" userId="" providerId="Windows Live" clId="Web-{7D1EDD7F-54E0-B44C-A466-60417548A768}" dt="2026-05-11T10:28:17.337" v="20" actId="20577"/>
          <ac:spMkLst>
            <pc:docMk/>
            <pc:sldMk cId="0" sldId="261"/>
            <ac:spMk id="80" creationId="{00000000-0000-0000-0000-000000000000}"/>
          </ac:spMkLst>
        </pc:spChg>
        <pc:spChg chg="mod">
          <ac:chgData name="Guest User" userId="" providerId="Windows Live" clId="Web-{7D1EDD7F-54E0-B44C-A466-60417548A768}" dt="2026-05-11T10:29:10.496" v="29" actId="20577"/>
          <ac:spMkLst>
            <pc:docMk/>
            <pc:sldMk cId="0" sldId="261"/>
            <ac:spMk id="8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780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434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iariodarepublica.pt/dr/detalhe/lei/13-2023-211340863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i.org/10.1016/j.jval.2017.05.008" TargetMode="External"/><Relationship Id="rId4" Type="http://schemas.openxmlformats.org/officeDocument/2006/relationships/hyperlink" Target="https://doi.org/10.1002/hec.1052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>
            <a:extLst>
              <a:ext uri="{FF2B5EF4-FFF2-40B4-BE49-F238E27FC236}">
                <a16:creationId xmlns:a16="http://schemas.microsoft.com/office/drawing/2014/main" id="{657F91B7-156E-6396-2906-A3FED2A2F27A}"/>
              </a:ext>
            </a:extLst>
          </p:cNvPr>
          <p:cNvSpPr/>
          <p:nvPr/>
        </p:nvSpPr>
        <p:spPr>
          <a:xfrm>
            <a:off x="914400" y="914400"/>
            <a:ext cx="7589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>
                <a:solidFill>
                  <a:schemeClr val="tx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Absenteeism in the Portuguese NHS</a:t>
            </a:r>
            <a:endParaRPr lang="en-US" sz="380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B3FE210-54FF-2C8B-45AA-075BB02A0116}"/>
              </a:ext>
            </a:extLst>
          </p:cNvPr>
          <p:cNvSpPr/>
          <p:nvPr/>
        </p:nvSpPr>
        <p:spPr>
          <a:xfrm>
            <a:off x="0" y="54864"/>
            <a:ext cx="457200" cy="50886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901B8EAE-07DE-1925-FF7B-C92F31FB4BE5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C26E1C17-7CE9-203F-7360-F421A70B9082}"/>
              </a:ext>
            </a:extLst>
          </p:cNvPr>
          <p:cNvSpPr/>
          <p:nvPr/>
        </p:nvSpPr>
        <p:spPr>
          <a:xfrm>
            <a:off x="914400" y="25146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Self-Declared Disease Notifications from the SNS Transparency Portal</a:t>
            </a:r>
            <a:endParaRPr lang="en-US" sz="160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2B3E8F48-6660-2918-87A0-F544661AA786}"/>
              </a:ext>
            </a:extLst>
          </p:cNvPr>
          <p:cNvSpPr/>
          <p:nvPr/>
        </p:nvSpPr>
        <p:spPr>
          <a:xfrm>
            <a:off x="914400" y="3520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Correia  ·  André Vicente  ·  Filipa Carneiro</a:t>
            </a:r>
            <a:endParaRPr lang="en-US" sz="130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1300" i="1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Medicine - University of Porto | 2026</a:t>
            </a:r>
            <a:endParaRPr lang="en-US" sz="130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49261F7C-7C53-1CC3-94B7-3F6318E2CF84}"/>
              </a:ext>
            </a:extLst>
          </p:cNvPr>
          <p:cNvSpPr/>
          <p:nvPr/>
        </p:nvSpPr>
        <p:spPr>
          <a:xfrm>
            <a:off x="914400" y="3383280"/>
            <a:ext cx="32004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2E5952DE-36E0-1DD4-9528-0190D4B7B8F6}"/>
              </a:ext>
            </a:extLst>
          </p:cNvPr>
          <p:cNvSpPr/>
          <p:nvPr/>
        </p:nvSpPr>
        <p:spPr>
          <a:xfrm>
            <a:off x="685800" y="82296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6D4E3E1F-F13C-35E2-781C-89FAE3943238}"/>
              </a:ext>
            </a:extLst>
          </p:cNvPr>
          <p:cNvSpPr/>
          <p:nvPr/>
        </p:nvSpPr>
        <p:spPr>
          <a:xfrm>
            <a:off x="685800" y="1097280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76AB4190-9C1F-A20D-5D25-2ABB9B34D06F}"/>
              </a:ext>
            </a:extLst>
          </p:cNvPr>
          <p:cNvSpPr/>
          <p:nvPr/>
        </p:nvSpPr>
        <p:spPr>
          <a:xfrm>
            <a:off x="914400" y="502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Project in Health Data Science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605898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321040" cy="10515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02920" y="877824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</a:t>
            </a:r>
            <a:r>
              <a:rPr lang="en-US" sz="15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workers using Self-Declared Disease Notifications (ADD) strategically - to extend weekends and bridge holidays - rather than for genuine illness?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365760" y="2081009"/>
            <a:ext cx="2606040" cy="2909922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365760" y="2007683"/>
            <a:ext cx="26060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502920" y="2026145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What are ADDs?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502920" y="2375943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1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May 2023, SNS 24 app/portal allows workers to self-declare up to 3 consecutive sick days without a doctor, up to 2x/year.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502920" y="302399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Why it matters?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502920" y="336042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1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use creates a hidden cost for employers and distorts health surveillance signals.</a:t>
            </a:r>
            <a:endParaRPr lang="en-US" sz="1100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E19A0E7F-6CD1-5042-5B83-97C38EB03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2112264"/>
            <a:ext cx="5469956" cy="2610328"/>
          </a:xfrm>
          <a:prstGeom prst="rect">
            <a:avLst/>
          </a:prstGeom>
        </p:spPr>
      </p:pic>
      <p:sp>
        <p:nvSpPr>
          <p:cNvPr id="22" name="Text 14">
            <a:extLst>
              <a:ext uri="{FF2B5EF4-FFF2-40B4-BE49-F238E27FC236}">
                <a16:creationId xmlns:a16="http://schemas.microsoft.com/office/drawing/2014/main" id="{DFA42F5B-B055-DAEC-39B4-CBB1ACE5B546}"/>
              </a:ext>
            </a:extLst>
          </p:cNvPr>
          <p:cNvSpPr/>
          <p:nvPr/>
        </p:nvSpPr>
        <p:spPr>
          <a:xfrm>
            <a:off x="502920" y="3981063"/>
            <a:ext cx="2331720" cy="2088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Our approach</a:t>
            </a:r>
            <a:endParaRPr lang="en-US" sz="1200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7E89A0DD-8C24-7946-CF04-4B8A32C4F2FC}"/>
              </a:ext>
            </a:extLst>
          </p:cNvPr>
          <p:cNvSpPr/>
          <p:nvPr/>
        </p:nvSpPr>
        <p:spPr>
          <a:xfrm>
            <a:off x="502920" y="4204881"/>
            <a:ext cx="2331720" cy="877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1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SARIMAX model with calendar dummies isolates convenience behaviour from genuine flu-driven absences.</a:t>
            </a:r>
            <a:endParaRPr lang="en-US" sz="110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7A6789E-45CD-AE96-F7E8-B3F470FD5ABC}"/>
              </a:ext>
            </a:extLst>
          </p:cNvPr>
          <p:cNvSpPr txBox="1"/>
          <p:nvPr/>
        </p:nvSpPr>
        <p:spPr>
          <a:xfrm>
            <a:off x="3108960" y="4821836"/>
            <a:ext cx="59298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600" b="1" err="1"/>
              <a:t>Source</a:t>
            </a:r>
            <a:r>
              <a:rPr lang="pt-PT" sz="600"/>
              <a:t>: Lei n.º 13/2023, de 3 de abril - Altera o Código do Trabalho e legislação conexa, no âmbito da agenda do trabalho digno. </a:t>
            </a:r>
            <a:r>
              <a:rPr lang="pt-PT" sz="600" i="1"/>
              <a:t>Diário da República</a:t>
            </a:r>
            <a:r>
              <a:rPr lang="pt-PT" sz="600"/>
              <a:t>, 1.ª Série, n.º 67, de 3 de abril de 2023. Disponível em: </a:t>
            </a:r>
            <a:r>
              <a:rPr lang="pt-PT" sz="600">
                <a:hlinkClick r:id="rId4"/>
              </a:rPr>
              <a:t>https://diariodarepublica.pt/dr/detalhe/lei/13-2023-211340863</a:t>
            </a:r>
            <a:endParaRPr lang="pt-PT" sz="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749040" cy="347472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3749040" cy="4572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548640" y="886968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Self-Declared Notifications (ADD)</a:t>
            </a:r>
            <a:endParaRPr lang="en-US" sz="115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594360" y="18745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1920240" y="18745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autodeclaracoes-de-doenca-dos-utentes.csv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594360" y="23317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1920240" y="23317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2023 - 2026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594360" y="27889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1920240" y="27889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ADD Emitidas (daily total)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594360" y="32461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1920240" y="32461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national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594360" y="37033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1920240" y="37033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data, automated download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4663440" y="868680"/>
            <a:ext cx="4023360" cy="347472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0" name="Shape 18"/>
          <p:cNvSpPr/>
          <p:nvPr/>
        </p:nvSpPr>
        <p:spPr>
          <a:xfrm>
            <a:off x="4663440" y="868680"/>
            <a:ext cx="40233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4754880" y="88696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Flu Consultations at Primary Care (CSP)</a:t>
            </a:r>
            <a:endParaRPr lang="en-US" sz="1150"/>
          </a:p>
        </p:txBody>
      </p:sp>
      <p:sp>
        <p:nvSpPr>
          <p:cNvPr id="22" name="Text 20"/>
          <p:cNvSpPr/>
          <p:nvPr/>
        </p:nvSpPr>
        <p:spPr>
          <a:xfrm>
            <a:off x="4800600" y="14173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4800600" y="18745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6126480" y="18745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atendimentos-nos-csp-gripe.csv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4800600" y="23317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6126480" y="23317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2016 - 2026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4800600" y="27889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6126480" y="2788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Consultas Gripe nos CSP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4800600" y="32461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6126480" y="32461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by region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4800600" y="37033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model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6126480" y="37033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Exogenous regressor (XREG)</a:t>
            </a:r>
            <a:endParaRPr lang="en-US" sz="1000"/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8393A453-7606-9C0A-E665-FEC56189B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11680" y="1453320"/>
            <a:ext cx="1584240" cy="339480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BAE87423-7FAA-7623-43D5-C8490D839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17920" y="1459318"/>
            <a:ext cx="1584240" cy="339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- Power BI</a:t>
            </a:r>
            <a:endParaRPr lang="en-US" sz="2400"/>
          </a:p>
        </p:txBody>
      </p:sp>
      <p:sp>
        <p:nvSpPr>
          <p:cNvPr id="5" name="Shape 2"/>
          <p:cNvSpPr/>
          <p:nvPr/>
        </p:nvSpPr>
        <p:spPr>
          <a:xfrm>
            <a:off x="365760" y="4892040"/>
            <a:ext cx="201168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3"/>
          <p:cNvSpPr/>
          <p:nvPr/>
        </p:nvSpPr>
        <p:spPr>
          <a:xfrm>
            <a:off x="384048" y="4892040"/>
            <a:ext cx="1975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&amp; Age filters</a:t>
            </a:r>
            <a:endParaRPr lang="en-US" sz="800"/>
          </a:p>
        </p:txBody>
      </p:sp>
      <p:sp>
        <p:nvSpPr>
          <p:cNvPr id="7" name="Shape 4"/>
          <p:cNvSpPr/>
          <p:nvPr/>
        </p:nvSpPr>
        <p:spPr>
          <a:xfrm>
            <a:off x="2514600" y="4892040"/>
            <a:ext cx="201168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5"/>
          <p:cNvSpPr/>
          <p:nvPr/>
        </p:nvSpPr>
        <p:spPr>
          <a:xfrm>
            <a:off x="2532888" y="4892040"/>
            <a:ext cx="1975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drill-down (Y / Q / M)</a:t>
            </a:r>
            <a:endParaRPr lang="en-US" sz="800"/>
          </a:p>
        </p:txBody>
      </p:sp>
      <p:sp>
        <p:nvSpPr>
          <p:cNvPr id="9" name="Shape 6"/>
          <p:cNvSpPr/>
          <p:nvPr/>
        </p:nvSpPr>
        <p:spPr>
          <a:xfrm>
            <a:off x="4663440" y="4892040"/>
            <a:ext cx="201168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7"/>
          <p:cNvSpPr/>
          <p:nvPr/>
        </p:nvSpPr>
        <p:spPr>
          <a:xfrm>
            <a:off x="4681728" y="4892040"/>
            <a:ext cx="1975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origin (App / Portal / Line)</a:t>
            </a:r>
            <a:endParaRPr lang="en-US" sz="800"/>
          </a:p>
        </p:txBody>
      </p:sp>
      <p:sp>
        <p:nvSpPr>
          <p:cNvPr id="11" name="Shape 8"/>
          <p:cNvSpPr/>
          <p:nvPr/>
        </p:nvSpPr>
        <p:spPr>
          <a:xfrm>
            <a:off x="6812280" y="4892040"/>
            <a:ext cx="201168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9"/>
          <p:cNvSpPr/>
          <p:nvPr/>
        </p:nvSpPr>
        <p:spPr>
          <a:xfrm>
            <a:off x="6830568" y="4892040"/>
            <a:ext cx="1975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flu rate by NUTS II</a:t>
            </a:r>
            <a:endParaRPr lang="en-US" sz="80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Suplemento 3" title="Microsoft Power BI">
                <a:extLst>
                  <a:ext uri="{FF2B5EF4-FFF2-40B4-BE49-F238E27FC236}">
                    <a16:creationId xmlns:a16="http://schemas.microsoft.com/office/drawing/2014/main" id="{7E5FB805-9371-90F8-6D72-650FF90314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7454435"/>
                  </p:ext>
                </p:extLst>
              </p:nvPr>
            </p:nvGraphicFramePr>
            <p:xfrm>
              <a:off x="365760" y="171558"/>
              <a:ext cx="8468048" cy="456123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4" name="Suplemento 3" title="Microsoft Power BI">
                <a:extLst>
                  <a:ext uri="{FF2B5EF4-FFF2-40B4-BE49-F238E27FC236}">
                    <a16:creationId xmlns:a16="http://schemas.microsoft.com/office/drawing/2014/main" id="{7E5FB805-9371-90F8-6D72-650FF90314A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5760" y="171558"/>
                <a:ext cx="8468048" cy="45612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6517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310101" y="182880"/>
            <a:ext cx="837669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32104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ADDₜ = ARIMA(p,d,q)(P,D,Q) + β₁·Gripeₜ + β₂·Feriadoₜ + β₃·Tolerânciaₜ + β₄·Ponteₜ + β₅·Segundaₜ + β₆·Quartaₜ + Σ Fourier(k) + εₜ</a:t>
            </a:r>
            <a:endParaRPr lang="en-US" sz="125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1508760" cy="283464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1508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/>
          </a:p>
        </p:txBody>
      </p:sp>
      <p:sp>
        <p:nvSpPr>
          <p:cNvPr id="9" name="Text 7"/>
          <p:cNvSpPr/>
          <p:nvPr/>
        </p:nvSpPr>
        <p:spPr>
          <a:xfrm>
            <a:off x="411480" y="239572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411480" y="2834640"/>
            <a:ext cx="14173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aggregation · inner_join ADD &amp; flu · NA audit · encoding validation</a:t>
            </a:r>
            <a:endParaRPr lang="en-US" sz="900"/>
          </a:p>
        </p:txBody>
      </p:sp>
      <p:sp>
        <p:nvSpPr>
          <p:cNvPr id="11" name="Shape 9"/>
          <p:cNvSpPr/>
          <p:nvPr/>
        </p:nvSpPr>
        <p:spPr>
          <a:xfrm>
            <a:off x="1892808" y="3200400"/>
            <a:ext cx="13716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Shape 10"/>
          <p:cNvSpPr/>
          <p:nvPr/>
        </p:nvSpPr>
        <p:spPr>
          <a:xfrm>
            <a:off x="2057400" y="1874520"/>
            <a:ext cx="1508760" cy="283464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3" name="Shape 11"/>
          <p:cNvSpPr/>
          <p:nvPr/>
        </p:nvSpPr>
        <p:spPr>
          <a:xfrm>
            <a:off x="2057400" y="1874520"/>
            <a:ext cx="1508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2103120" y="19202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/>
          </a:p>
        </p:txBody>
      </p:sp>
      <p:sp>
        <p:nvSpPr>
          <p:cNvPr id="15" name="Text 13"/>
          <p:cNvSpPr/>
          <p:nvPr/>
        </p:nvSpPr>
        <p:spPr>
          <a:xfrm>
            <a:off x="2103120" y="239572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dummies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2103120" y="2834640"/>
            <a:ext cx="14173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holidays (algorithm) · tolerance days · bridge days · Mon &amp; Wed effects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3584448" y="3200400"/>
            <a:ext cx="13716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Shape 16"/>
          <p:cNvSpPr/>
          <p:nvPr/>
        </p:nvSpPr>
        <p:spPr>
          <a:xfrm>
            <a:off x="3749040" y="1874520"/>
            <a:ext cx="1508760" cy="283464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9" name="Shape 17"/>
          <p:cNvSpPr/>
          <p:nvPr/>
        </p:nvSpPr>
        <p:spPr>
          <a:xfrm>
            <a:off x="3749040" y="1874520"/>
            <a:ext cx="15087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3794760" y="19202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/>
          </a:p>
        </p:txBody>
      </p:sp>
      <p:sp>
        <p:nvSpPr>
          <p:cNvPr id="21" name="Text 19"/>
          <p:cNvSpPr/>
          <p:nvPr/>
        </p:nvSpPr>
        <p:spPr>
          <a:xfrm>
            <a:off x="3794760" y="239572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SARIMAX + Fourier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3794760" y="2834640"/>
            <a:ext cx="1417320" cy="1783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900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Fourier terms K=5 (f=365.25) capture annual seasonality; </a:t>
            </a:r>
            <a:r>
              <a:rPr lang="en-US" sz="900" err="1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auto.arima</a:t>
            </a:r>
            <a:r>
              <a:rPr lang="en-US" sz="900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 selects ARMA orders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276088" y="3200400"/>
            <a:ext cx="13716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Shape 22"/>
          <p:cNvSpPr/>
          <p:nvPr/>
        </p:nvSpPr>
        <p:spPr>
          <a:xfrm>
            <a:off x="5440680" y="1874520"/>
            <a:ext cx="1508760" cy="283464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5" name="Shape 23"/>
          <p:cNvSpPr/>
          <p:nvPr/>
        </p:nvSpPr>
        <p:spPr>
          <a:xfrm>
            <a:off x="5440680" y="1874520"/>
            <a:ext cx="15087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5486400" y="19202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/>
          </a:p>
        </p:txBody>
      </p:sp>
      <p:sp>
        <p:nvSpPr>
          <p:cNvPr id="27" name="Text 25"/>
          <p:cNvSpPr/>
          <p:nvPr/>
        </p:nvSpPr>
        <p:spPr>
          <a:xfrm>
            <a:off x="5486400" y="239572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pass (v3)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5486400" y="2834640"/>
            <a:ext cx="14173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pass: identify |residual| &gt; 3σ days; 2nd pass: include outlier dummies → cleaner errors</a:t>
            </a:r>
            <a:endParaRPr lang="en-US" sz="900"/>
          </a:p>
        </p:txBody>
      </p:sp>
      <p:sp>
        <p:nvSpPr>
          <p:cNvPr id="29" name="Shape 27"/>
          <p:cNvSpPr/>
          <p:nvPr/>
        </p:nvSpPr>
        <p:spPr>
          <a:xfrm>
            <a:off x="6967728" y="3200400"/>
            <a:ext cx="13716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0" name="Shape 28"/>
          <p:cNvSpPr/>
          <p:nvPr/>
        </p:nvSpPr>
        <p:spPr>
          <a:xfrm>
            <a:off x="7132320" y="1874520"/>
            <a:ext cx="1508760" cy="283464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1" name="Shape 29"/>
          <p:cNvSpPr/>
          <p:nvPr/>
        </p:nvSpPr>
        <p:spPr>
          <a:xfrm>
            <a:off x="7132320" y="1874520"/>
            <a:ext cx="15087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2" name="Text 30"/>
          <p:cNvSpPr/>
          <p:nvPr/>
        </p:nvSpPr>
        <p:spPr>
          <a:xfrm>
            <a:off x="7178040" y="19202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/>
          </a:p>
        </p:txBody>
      </p:sp>
      <p:sp>
        <p:nvSpPr>
          <p:cNvPr id="33" name="Text 31"/>
          <p:cNvSpPr/>
          <p:nvPr/>
        </p:nvSpPr>
        <p:spPr>
          <a:xfrm>
            <a:off x="7178040" y="239572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and impact</a:t>
            </a:r>
            <a:endParaRPr lang="en-US" sz="1000"/>
          </a:p>
        </p:txBody>
      </p:sp>
      <p:sp>
        <p:nvSpPr>
          <p:cNvPr id="34" name="Text 32"/>
          <p:cNvSpPr/>
          <p:nvPr/>
        </p:nvSpPr>
        <p:spPr>
          <a:xfrm>
            <a:off x="7178040" y="2834640"/>
            <a:ext cx="1417320" cy="1783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β coefficients + asymptotic p-values; economic cost at €150/day assumption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R  ·  Packages: forecast, tidyverse, lubridate, tseries, openxlsx  ·  seed = 42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3246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variables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06040" cy="160020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06040" cy="5486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566928" y="1280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Holiday</a:t>
            </a:r>
          </a:p>
          <a:p>
            <a:pPr marL="0" indent="0">
              <a:buNone/>
            </a:pPr>
            <a:r>
              <a:rPr lang="en-US" sz="11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100" b="1" err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Feriado</a:t>
            </a:r>
            <a:r>
              <a:rPr lang="en-US" sz="11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566928" y="17373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fixed + 3 movable (Easter-based algorithm).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566928" y="2450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ADD: workers are off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606040" cy="160020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06040" cy="54864"/>
          </a:xfrm>
          <a:prstGeom prst="rect">
            <a:avLst/>
          </a:prstGeom>
          <a:solidFill>
            <a:srgbClr val="6B4C9A"/>
          </a:solidFill>
          <a:ln w="12700">
            <a:solidFill>
              <a:srgbClr val="6B4C9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3355848" y="1280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4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Day</a:t>
            </a:r>
          </a:p>
          <a:p>
            <a:pPr marL="0" indent="0">
              <a:buNone/>
            </a:pPr>
            <a:r>
              <a:rPr lang="en-US" sz="1100" b="1">
                <a:solidFill>
                  <a:srgbClr val="6B4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100" b="1" err="1">
                <a:solidFill>
                  <a:srgbClr val="6B4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Tolerância</a:t>
            </a:r>
            <a:r>
              <a:rPr lang="en-US" sz="1100" b="1">
                <a:solidFill>
                  <a:srgbClr val="6B4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3355848" y="17373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government tolerance days (e.g. Carnival, Holy Thursday, 26 Dec).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3355848" y="2450592"/>
            <a:ext cx="237744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i="1">
                <a:solidFill>
                  <a:srgbClr val="4A6274"/>
                </a:solidFill>
                <a:latin typeface="Calibri"/>
                <a:ea typeface="Calibri"/>
                <a:cs typeface="Calibri"/>
              </a:rPr>
              <a:t>↓ ADD: bridge before/after holiday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35040" y="1188720"/>
            <a:ext cx="2606040" cy="160020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6" name="Shape 14"/>
          <p:cNvSpPr/>
          <p:nvPr/>
        </p:nvSpPr>
        <p:spPr>
          <a:xfrm>
            <a:off x="6035040" y="1188720"/>
            <a:ext cx="260604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6144768" y="1280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Day</a:t>
            </a:r>
          </a:p>
          <a:p>
            <a:pPr marL="0" indent="0">
              <a:buNone/>
            </a:pPr>
            <a:r>
              <a:rPr lang="en-US" sz="1100" b="1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(Ponte)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6144768" y="17373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 directly adjacent to a holiday/tolerance with weekend on the other side.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6144768" y="2450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ADD: strategic absence</a:t>
            </a:r>
            <a:endParaRPr lang="en-US" sz="90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2606040" cy="160020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2606040" cy="54864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Text 20"/>
          <p:cNvSpPr/>
          <p:nvPr/>
        </p:nvSpPr>
        <p:spPr>
          <a:xfrm>
            <a:off x="566928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(Segunda_Comum)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566928" y="35661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Mondays (not holiday, tolerance or bridge). Tests post-weekend extension hypothesis.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566928" y="42793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↑↑ ADD: extending weekend</a:t>
            </a:r>
            <a:endParaRPr lang="en-US" sz="900"/>
          </a:p>
        </p:txBody>
      </p:sp>
      <p:sp>
        <p:nvSpPr>
          <p:cNvPr id="25" name="Shape 23"/>
          <p:cNvSpPr/>
          <p:nvPr/>
        </p:nvSpPr>
        <p:spPr>
          <a:xfrm>
            <a:off x="3246120" y="3017520"/>
            <a:ext cx="2606040" cy="160020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6" name="Shape 24"/>
          <p:cNvSpPr/>
          <p:nvPr/>
        </p:nvSpPr>
        <p:spPr>
          <a:xfrm>
            <a:off x="3246120" y="3017520"/>
            <a:ext cx="260604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7" name="Text 25"/>
          <p:cNvSpPr/>
          <p:nvPr/>
        </p:nvSpPr>
        <p:spPr>
          <a:xfrm>
            <a:off x="3355848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(Quarta_Comum)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3355848" y="35661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Wednesdays. Tests mid-week absence to create two short weeks.</a:t>
            </a:r>
            <a:endParaRPr lang="en-US" sz="900"/>
          </a:p>
        </p:txBody>
      </p:sp>
      <p:sp>
        <p:nvSpPr>
          <p:cNvPr id="29" name="Text 27"/>
          <p:cNvSpPr/>
          <p:nvPr/>
        </p:nvSpPr>
        <p:spPr>
          <a:xfrm>
            <a:off x="3355848" y="42793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ADD: splitting the week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457200" y="65996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SARIMAX v3</a:t>
            </a:r>
            <a:endParaRPr lang="en-US" sz="1000"/>
          </a:p>
        </p:txBody>
      </p:sp>
      <p:grpSp>
        <p:nvGrpSpPr>
          <p:cNvPr id="96" name="Agrupar 95">
            <a:extLst>
              <a:ext uri="{FF2B5EF4-FFF2-40B4-BE49-F238E27FC236}">
                <a16:creationId xmlns:a16="http://schemas.microsoft.com/office/drawing/2014/main" id="{66124FFD-9FD0-7EFD-5C96-91BF7DE83144}"/>
              </a:ext>
            </a:extLst>
          </p:cNvPr>
          <p:cNvGrpSpPr/>
          <p:nvPr/>
        </p:nvGrpSpPr>
        <p:grpSpPr>
          <a:xfrm>
            <a:off x="457200" y="980001"/>
            <a:ext cx="8595360" cy="3227832"/>
            <a:chOff x="457200" y="1051560"/>
            <a:chExt cx="8595360" cy="3227832"/>
          </a:xfrm>
        </p:grpSpPr>
        <p:sp>
          <p:nvSpPr>
            <p:cNvPr id="5" name="Shape 3"/>
            <p:cNvSpPr/>
            <p:nvPr/>
          </p:nvSpPr>
          <p:spPr>
            <a:xfrm>
              <a:off x="457200" y="1051560"/>
              <a:ext cx="2240280" cy="365760"/>
            </a:xfrm>
            <a:prstGeom prst="rect">
              <a:avLst/>
            </a:prstGeom>
            <a:solidFill>
              <a:srgbClr val="0A2342"/>
            </a:solidFill>
            <a:ln w="12700">
              <a:solidFill>
                <a:srgbClr val="0A2342"/>
              </a:solidFill>
              <a:prstDash val="solid"/>
            </a:ln>
          </p:spPr>
          <p:txBody>
            <a:bodyPr/>
            <a:lstStyle/>
            <a:p>
              <a:pPr algn="ctr"/>
              <a:endParaRPr lang="pt-PT"/>
            </a:p>
          </p:txBody>
        </p:sp>
        <p:sp>
          <p:nvSpPr>
            <p:cNvPr id="6" name="Text 4"/>
            <p:cNvSpPr/>
            <p:nvPr/>
          </p:nvSpPr>
          <p:spPr>
            <a:xfrm>
              <a:off x="502920" y="1051560"/>
              <a:ext cx="21945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Variable</a:t>
              </a:r>
              <a:endParaRPr lang="en-US" sz="1000"/>
            </a:p>
          </p:txBody>
        </p:sp>
        <p:sp>
          <p:nvSpPr>
            <p:cNvPr id="7" name="Shape 5"/>
            <p:cNvSpPr/>
            <p:nvPr/>
          </p:nvSpPr>
          <p:spPr>
            <a:xfrm>
              <a:off x="2743200" y="1051560"/>
              <a:ext cx="1325880" cy="365760"/>
            </a:xfrm>
            <a:prstGeom prst="rect">
              <a:avLst/>
            </a:prstGeom>
            <a:solidFill>
              <a:srgbClr val="0A2342"/>
            </a:solidFill>
            <a:ln w="12700">
              <a:solidFill>
                <a:srgbClr val="0A2342"/>
              </a:solidFill>
              <a:prstDash val="solid"/>
            </a:ln>
          </p:spPr>
          <p:txBody>
            <a:bodyPr/>
            <a:lstStyle/>
            <a:p>
              <a:pPr algn="ctr"/>
              <a:endParaRPr lang="pt-PT"/>
            </a:p>
          </p:txBody>
        </p:sp>
        <p:sp>
          <p:nvSpPr>
            <p:cNvPr id="8" name="Text 6"/>
            <p:cNvSpPr/>
            <p:nvPr/>
          </p:nvSpPr>
          <p:spPr>
            <a:xfrm>
              <a:off x="2788920" y="1051560"/>
              <a:ext cx="12801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β (ADD/day)</a:t>
              </a:r>
              <a:endParaRPr lang="en-US" sz="1000"/>
            </a:p>
          </p:txBody>
        </p:sp>
        <p:sp>
          <p:nvSpPr>
            <p:cNvPr id="9" name="Shape 7"/>
            <p:cNvSpPr/>
            <p:nvPr/>
          </p:nvSpPr>
          <p:spPr>
            <a:xfrm>
              <a:off x="4114800" y="1051560"/>
              <a:ext cx="1234440" cy="365760"/>
            </a:xfrm>
            <a:prstGeom prst="rect">
              <a:avLst/>
            </a:prstGeom>
            <a:solidFill>
              <a:srgbClr val="0A2342"/>
            </a:solidFill>
            <a:ln w="12700">
              <a:solidFill>
                <a:srgbClr val="0A2342"/>
              </a:solidFill>
              <a:prstDash val="solid"/>
            </a:ln>
          </p:spPr>
          <p:txBody>
            <a:bodyPr/>
            <a:lstStyle/>
            <a:p>
              <a:pPr algn="ctr"/>
              <a:endParaRPr lang="pt-PT"/>
            </a:p>
          </p:txBody>
        </p:sp>
        <p:sp>
          <p:nvSpPr>
            <p:cNvPr id="10" name="Text 8"/>
            <p:cNvSpPr/>
            <p:nvPr/>
          </p:nvSpPr>
          <p:spPr>
            <a:xfrm>
              <a:off x="4160520" y="1051560"/>
              <a:ext cx="11887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Std. Error</a:t>
              </a:r>
              <a:endParaRPr lang="en-US" sz="1000"/>
            </a:p>
          </p:txBody>
        </p:sp>
        <p:sp>
          <p:nvSpPr>
            <p:cNvPr id="11" name="Shape 9"/>
            <p:cNvSpPr/>
            <p:nvPr/>
          </p:nvSpPr>
          <p:spPr>
            <a:xfrm>
              <a:off x="5394960" y="1051560"/>
              <a:ext cx="1051560" cy="365760"/>
            </a:xfrm>
            <a:prstGeom prst="rect">
              <a:avLst/>
            </a:prstGeom>
            <a:solidFill>
              <a:srgbClr val="0A2342"/>
            </a:solidFill>
            <a:ln w="12700">
              <a:solidFill>
                <a:srgbClr val="0A2342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2" name="Text 10"/>
            <p:cNvSpPr/>
            <p:nvPr/>
          </p:nvSpPr>
          <p:spPr>
            <a:xfrm>
              <a:off x="5440680" y="1051560"/>
              <a:ext cx="10058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p-value</a:t>
              </a:r>
              <a:endParaRPr lang="en-US" sz="1000"/>
            </a:p>
          </p:txBody>
        </p:sp>
        <p:sp>
          <p:nvSpPr>
            <p:cNvPr id="13" name="Shape 11"/>
            <p:cNvSpPr/>
            <p:nvPr/>
          </p:nvSpPr>
          <p:spPr>
            <a:xfrm>
              <a:off x="6492240" y="1051560"/>
              <a:ext cx="1325880" cy="365760"/>
            </a:xfrm>
            <a:prstGeom prst="rect">
              <a:avLst/>
            </a:prstGeom>
            <a:solidFill>
              <a:srgbClr val="0A2342"/>
            </a:solidFill>
            <a:ln w="12700">
              <a:solidFill>
                <a:srgbClr val="0A2342"/>
              </a:solidFill>
              <a:prstDash val="solid"/>
            </a:ln>
          </p:spPr>
          <p:txBody>
            <a:bodyPr/>
            <a:lstStyle/>
            <a:p>
              <a:pPr algn="ctr"/>
              <a:endParaRPr lang="pt-PT"/>
            </a:p>
          </p:txBody>
        </p:sp>
        <p:sp>
          <p:nvSpPr>
            <p:cNvPr id="14" name="Text 12"/>
            <p:cNvSpPr/>
            <p:nvPr/>
          </p:nvSpPr>
          <p:spPr>
            <a:xfrm>
              <a:off x="6537960" y="1051560"/>
              <a:ext cx="12801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err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Signif</a:t>
              </a:r>
              <a:r>
                <a:rPr lang="en-US" sz="10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1000"/>
            </a:p>
          </p:txBody>
        </p:sp>
        <p:sp>
          <p:nvSpPr>
            <p:cNvPr id="15" name="Shape 13"/>
            <p:cNvSpPr/>
            <p:nvPr/>
          </p:nvSpPr>
          <p:spPr>
            <a:xfrm>
              <a:off x="7863840" y="1051560"/>
              <a:ext cx="1188720" cy="365760"/>
            </a:xfrm>
            <a:prstGeom prst="rect">
              <a:avLst/>
            </a:prstGeom>
            <a:solidFill>
              <a:srgbClr val="0A2342"/>
            </a:solidFill>
            <a:ln w="12700">
              <a:solidFill>
                <a:srgbClr val="0A2342"/>
              </a:solidFill>
              <a:prstDash val="solid"/>
            </a:ln>
          </p:spPr>
          <p:txBody>
            <a:bodyPr/>
            <a:lstStyle/>
            <a:p>
              <a:pPr algn="ctr"/>
              <a:endParaRPr lang="pt-PT"/>
            </a:p>
          </p:txBody>
        </p:sp>
        <p:sp>
          <p:nvSpPr>
            <p:cNvPr id="16" name="Text 14"/>
            <p:cNvSpPr/>
            <p:nvPr/>
          </p:nvSpPr>
          <p:spPr>
            <a:xfrm>
              <a:off x="7909560" y="1051560"/>
              <a:ext cx="1143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Interpretation</a:t>
              </a:r>
              <a:endParaRPr lang="en-US" sz="1000"/>
            </a:p>
          </p:txBody>
        </p:sp>
        <p:sp>
          <p:nvSpPr>
            <p:cNvPr id="17" name="Shape 15"/>
            <p:cNvSpPr/>
            <p:nvPr/>
          </p:nvSpPr>
          <p:spPr>
            <a:xfrm>
              <a:off x="457200" y="1463040"/>
              <a:ext cx="2240280" cy="438912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8" name="Text 16"/>
            <p:cNvSpPr/>
            <p:nvPr/>
          </p:nvSpPr>
          <p:spPr>
            <a:xfrm>
              <a:off x="502920" y="1463040"/>
              <a:ext cx="21945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>
                  <a:solidFill>
                    <a:srgbClr val="1A2B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Flu Consultations (Gripe)</a:t>
              </a:r>
              <a:endParaRPr lang="en-US" sz="950"/>
            </a:p>
          </p:txBody>
        </p:sp>
        <p:sp>
          <p:nvSpPr>
            <p:cNvPr id="19" name="Shape 17"/>
            <p:cNvSpPr/>
            <p:nvPr/>
          </p:nvSpPr>
          <p:spPr>
            <a:xfrm>
              <a:off x="2743200" y="1463040"/>
              <a:ext cx="1325880" cy="438912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0" name="Text 18"/>
            <p:cNvSpPr/>
            <p:nvPr/>
          </p:nvSpPr>
          <p:spPr>
            <a:xfrm>
              <a:off x="2745788" y="1398342"/>
              <a:ext cx="1334075" cy="49282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ea typeface="Calibri"/>
                  <a:cs typeface="Calibri"/>
                </a:rPr>
                <a:t>1.00</a:t>
              </a:r>
            </a:p>
          </p:txBody>
        </p:sp>
        <p:sp>
          <p:nvSpPr>
            <p:cNvPr id="21" name="Shape 19"/>
            <p:cNvSpPr/>
            <p:nvPr/>
          </p:nvSpPr>
          <p:spPr>
            <a:xfrm>
              <a:off x="4114800" y="1463040"/>
              <a:ext cx="1234440" cy="438912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2" name="Text 20"/>
            <p:cNvSpPr/>
            <p:nvPr/>
          </p:nvSpPr>
          <p:spPr>
            <a:xfrm>
              <a:off x="4160520" y="1463040"/>
              <a:ext cx="1188720" cy="43891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latin typeface="Calibri"/>
                  <a:ea typeface="Calibri"/>
                  <a:cs typeface="Calibri"/>
                </a:rPr>
                <a:t>0.0470</a:t>
              </a:r>
              <a:endParaRPr lang="en-US" sz="1000"/>
            </a:p>
          </p:txBody>
        </p:sp>
        <p:sp>
          <p:nvSpPr>
            <p:cNvPr id="23" name="Shape 21"/>
            <p:cNvSpPr/>
            <p:nvPr/>
          </p:nvSpPr>
          <p:spPr>
            <a:xfrm>
              <a:off x="5394960" y="1463040"/>
              <a:ext cx="1051560" cy="438912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4" name="Text 22"/>
            <p:cNvSpPr/>
            <p:nvPr/>
          </p:nvSpPr>
          <p:spPr>
            <a:xfrm>
              <a:off x="5440680" y="1463040"/>
              <a:ext cx="100584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&lt;0.001</a:t>
              </a:r>
              <a:endParaRPr lang="en-US" sz="1000"/>
            </a:p>
          </p:txBody>
        </p:sp>
        <p:sp>
          <p:nvSpPr>
            <p:cNvPr id="25" name="Shape 23"/>
            <p:cNvSpPr/>
            <p:nvPr/>
          </p:nvSpPr>
          <p:spPr>
            <a:xfrm>
              <a:off x="6492240" y="1463040"/>
              <a:ext cx="1325880" cy="438912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6" name="Text 24"/>
            <p:cNvSpPr/>
            <p:nvPr/>
          </p:nvSpPr>
          <p:spPr>
            <a:xfrm>
              <a:off x="6537960" y="1463040"/>
              <a:ext cx="12801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>
                  <a:solidFill>
                    <a:srgbClr val="D6283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***</a:t>
              </a:r>
              <a:endParaRPr lang="en-US" sz="1000"/>
            </a:p>
          </p:txBody>
        </p:sp>
        <p:sp>
          <p:nvSpPr>
            <p:cNvPr id="27" name="Shape 25"/>
            <p:cNvSpPr/>
            <p:nvPr/>
          </p:nvSpPr>
          <p:spPr>
            <a:xfrm>
              <a:off x="7863840" y="1463040"/>
              <a:ext cx="1188720" cy="438912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8" name="Text 26"/>
            <p:cNvSpPr/>
            <p:nvPr/>
          </p:nvSpPr>
          <p:spPr>
            <a:xfrm>
              <a:off x="7909560" y="1463040"/>
              <a:ext cx="114300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Clinical signal — genuine illness driver</a:t>
              </a:r>
              <a:endParaRPr lang="en-US" sz="1000"/>
            </a:p>
          </p:txBody>
        </p:sp>
        <p:sp>
          <p:nvSpPr>
            <p:cNvPr id="29" name="Shape 27"/>
            <p:cNvSpPr/>
            <p:nvPr/>
          </p:nvSpPr>
          <p:spPr>
            <a:xfrm>
              <a:off x="457200" y="1938528"/>
              <a:ext cx="2240280" cy="438912"/>
            </a:xfrm>
            <a:prstGeom prst="rect">
              <a:avLst/>
            </a:prstGeom>
            <a:solidFill>
              <a:srgbClr val="E8F4F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0" name="Text 28"/>
            <p:cNvSpPr/>
            <p:nvPr/>
          </p:nvSpPr>
          <p:spPr>
            <a:xfrm>
              <a:off x="502920" y="1938528"/>
              <a:ext cx="21945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>
                  <a:solidFill>
                    <a:srgbClr val="1A2B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Public Holiday (Feriado)</a:t>
              </a:r>
              <a:endParaRPr lang="en-US" sz="950"/>
            </a:p>
          </p:txBody>
        </p:sp>
        <p:sp>
          <p:nvSpPr>
            <p:cNvPr id="31" name="Shape 29"/>
            <p:cNvSpPr/>
            <p:nvPr/>
          </p:nvSpPr>
          <p:spPr>
            <a:xfrm>
              <a:off x="2743200" y="1938528"/>
              <a:ext cx="1325880" cy="438912"/>
            </a:xfrm>
            <a:prstGeom prst="rect">
              <a:avLst/>
            </a:prstGeom>
            <a:solidFill>
              <a:srgbClr val="E8F4F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2" name="Text 30"/>
            <p:cNvSpPr/>
            <p:nvPr/>
          </p:nvSpPr>
          <p:spPr>
            <a:xfrm>
              <a:off x="2756571" y="1884613"/>
              <a:ext cx="1323292" cy="54674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latin typeface="Calibri"/>
                  <a:ea typeface="Calibri"/>
                  <a:cs typeface="Calibri"/>
                </a:rPr>
                <a:t>−316</a:t>
              </a:r>
              <a:endParaRPr lang="en-US" sz="1000"/>
            </a:p>
          </p:txBody>
        </p:sp>
        <p:sp>
          <p:nvSpPr>
            <p:cNvPr id="33" name="Shape 31"/>
            <p:cNvSpPr/>
            <p:nvPr/>
          </p:nvSpPr>
          <p:spPr>
            <a:xfrm>
              <a:off x="4114800" y="1938528"/>
              <a:ext cx="1234440" cy="438912"/>
            </a:xfrm>
            <a:prstGeom prst="rect">
              <a:avLst/>
            </a:prstGeom>
            <a:solidFill>
              <a:srgbClr val="E8F4F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4" name="Text 32"/>
            <p:cNvSpPr/>
            <p:nvPr/>
          </p:nvSpPr>
          <p:spPr>
            <a:xfrm>
              <a:off x="4160520" y="1938528"/>
              <a:ext cx="1188720" cy="43891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ea typeface="Calibri"/>
                  <a:cs typeface="Calibri"/>
                </a:rPr>
                <a:t>35.6</a:t>
              </a:r>
            </a:p>
          </p:txBody>
        </p:sp>
        <p:sp>
          <p:nvSpPr>
            <p:cNvPr id="35" name="Shape 33"/>
            <p:cNvSpPr/>
            <p:nvPr/>
          </p:nvSpPr>
          <p:spPr>
            <a:xfrm>
              <a:off x="5394960" y="1938528"/>
              <a:ext cx="1051560" cy="438912"/>
            </a:xfrm>
            <a:prstGeom prst="rect">
              <a:avLst/>
            </a:prstGeom>
            <a:solidFill>
              <a:srgbClr val="E8F4F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6" name="Text 34"/>
            <p:cNvSpPr/>
            <p:nvPr/>
          </p:nvSpPr>
          <p:spPr>
            <a:xfrm>
              <a:off x="5440680" y="1938528"/>
              <a:ext cx="100584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&lt;0.001</a:t>
              </a:r>
              <a:endParaRPr lang="en-US" sz="1000"/>
            </a:p>
          </p:txBody>
        </p:sp>
        <p:sp>
          <p:nvSpPr>
            <p:cNvPr id="37" name="Shape 35"/>
            <p:cNvSpPr/>
            <p:nvPr/>
          </p:nvSpPr>
          <p:spPr>
            <a:xfrm>
              <a:off x="6492240" y="1938528"/>
              <a:ext cx="1325880" cy="438912"/>
            </a:xfrm>
            <a:prstGeom prst="rect">
              <a:avLst/>
            </a:prstGeom>
            <a:solidFill>
              <a:srgbClr val="E8F4F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8" name="Text 36"/>
            <p:cNvSpPr/>
            <p:nvPr/>
          </p:nvSpPr>
          <p:spPr>
            <a:xfrm>
              <a:off x="6537960" y="1938528"/>
              <a:ext cx="12801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>
                  <a:solidFill>
                    <a:srgbClr val="D6283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***</a:t>
              </a:r>
              <a:endParaRPr lang="en-US" sz="1000"/>
            </a:p>
          </p:txBody>
        </p:sp>
        <p:sp>
          <p:nvSpPr>
            <p:cNvPr id="39" name="Shape 37"/>
            <p:cNvSpPr/>
            <p:nvPr/>
          </p:nvSpPr>
          <p:spPr>
            <a:xfrm>
              <a:off x="7863840" y="1938528"/>
              <a:ext cx="1188720" cy="438912"/>
            </a:xfrm>
            <a:prstGeom prst="rect">
              <a:avLst/>
            </a:prstGeom>
            <a:solidFill>
              <a:srgbClr val="E8F4F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40" name="Text 38"/>
            <p:cNvSpPr/>
            <p:nvPr/>
          </p:nvSpPr>
          <p:spPr>
            <a:xfrm>
              <a:off x="7909560" y="1938528"/>
              <a:ext cx="114300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Day off → fewer ADDs submitted</a:t>
              </a:r>
              <a:endParaRPr lang="en-US" sz="1000"/>
            </a:p>
          </p:txBody>
        </p:sp>
        <p:sp>
          <p:nvSpPr>
            <p:cNvPr id="41" name="Shape 39"/>
            <p:cNvSpPr/>
            <p:nvPr/>
          </p:nvSpPr>
          <p:spPr>
            <a:xfrm>
              <a:off x="457200" y="2414016"/>
              <a:ext cx="2240280" cy="438912"/>
            </a:xfrm>
            <a:prstGeom prst="rect">
              <a:avLst/>
            </a:prstGeom>
            <a:solidFill>
              <a:srgbClr val="F5F0FB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42" name="Text 40"/>
            <p:cNvSpPr/>
            <p:nvPr/>
          </p:nvSpPr>
          <p:spPr>
            <a:xfrm>
              <a:off x="502920" y="2414016"/>
              <a:ext cx="21945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>
                  <a:solidFill>
                    <a:srgbClr val="1A2B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Tolerance Day (Tolerância)</a:t>
              </a:r>
              <a:endParaRPr lang="en-US" sz="950"/>
            </a:p>
          </p:txBody>
        </p:sp>
        <p:sp>
          <p:nvSpPr>
            <p:cNvPr id="43" name="Shape 41"/>
            <p:cNvSpPr/>
            <p:nvPr/>
          </p:nvSpPr>
          <p:spPr>
            <a:xfrm>
              <a:off x="2743200" y="2414016"/>
              <a:ext cx="1325880" cy="438912"/>
            </a:xfrm>
            <a:prstGeom prst="rect">
              <a:avLst/>
            </a:prstGeom>
            <a:solidFill>
              <a:srgbClr val="F5F0FB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 lIns="91440" tIns="45720" rIns="91440" bIns="45720" anchor="ctr"/>
            <a:lstStyle/>
            <a:p>
              <a:r>
                <a:rPr lang="en-US" sz="1000">
                  <a:solidFill>
                    <a:srgbClr val="1A2B3C"/>
                  </a:solidFill>
                  <a:ea typeface="Calibri"/>
                  <a:cs typeface="Calibri"/>
                </a:rPr>
                <a:t>−584</a:t>
              </a:r>
              <a:endParaRPr lang="pt-PT" sz="1000">
                <a:solidFill>
                  <a:srgbClr val="000000"/>
                </a:solidFill>
                <a:ea typeface="Calibri"/>
                <a:cs typeface="Calibri"/>
              </a:endParaRPr>
            </a:p>
          </p:txBody>
        </p:sp>
        <p:sp>
          <p:nvSpPr>
            <p:cNvPr id="44" name="Text 42"/>
            <p:cNvSpPr/>
            <p:nvPr/>
          </p:nvSpPr>
          <p:spPr>
            <a:xfrm>
              <a:off x="2788920" y="2414016"/>
              <a:ext cx="1280160" cy="43891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endParaRPr lang="en-US" sz="1000">
                <a:solidFill>
                  <a:srgbClr val="1A2B3C"/>
                </a:solidFill>
                <a:ea typeface="Calibri"/>
                <a:cs typeface="Calibri"/>
              </a:endParaRPr>
            </a:p>
          </p:txBody>
        </p:sp>
        <p:sp>
          <p:nvSpPr>
            <p:cNvPr id="45" name="Shape 43"/>
            <p:cNvSpPr/>
            <p:nvPr/>
          </p:nvSpPr>
          <p:spPr>
            <a:xfrm>
              <a:off x="4114800" y="2414016"/>
              <a:ext cx="1234440" cy="438912"/>
            </a:xfrm>
            <a:prstGeom prst="rect">
              <a:avLst/>
            </a:prstGeom>
            <a:solidFill>
              <a:srgbClr val="F5F0FB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46" name="Text 44"/>
            <p:cNvSpPr/>
            <p:nvPr/>
          </p:nvSpPr>
          <p:spPr>
            <a:xfrm>
              <a:off x="4160520" y="2414016"/>
              <a:ext cx="1188720" cy="43891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ea typeface="Calibri"/>
                  <a:cs typeface="Calibri"/>
                </a:rPr>
                <a:t>68.5</a:t>
              </a:r>
            </a:p>
          </p:txBody>
        </p:sp>
        <p:sp>
          <p:nvSpPr>
            <p:cNvPr id="47" name="Shape 45"/>
            <p:cNvSpPr/>
            <p:nvPr/>
          </p:nvSpPr>
          <p:spPr>
            <a:xfrm>
              <a:off x="5394960" y="2414016"/>
              <a:ext cx="1051560" cy="438912"/>
            </a:xfrm>
            <a:prstGeom prst="rect">
              <a:avLst/>
            </a:prstGeom>
            <a:solidFill>
              <a:srgbClr val="F5F0FB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48" name="Text 46"/>
            <p:cNvSpPr/>
            <p:nvPr/>
          </p:nvSpPr>
          <p:spPr>
            <a:xfrm>
              <a:off x="5440680" y="2414016"/>
              <a:ext cx="100584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&lt;0.001</a:t>
              </a:r>
              <a:endParaRPr lang="en-US" sz="1000"/>
            </a:p>
          </p:txBody>
        </p:sp>
        <p:sp>
          <p:nvSpPr>
            <p:cNvPr id="49" name="Shape 47"/>
            <p:cNvSpPr/>
            <p:nvPr/>
          </p:nvSpPr>
          <p:spPr>
            <a:xfrm>
              <a:off x="6492240" y="2414016"/>
              <a:ext cx="1325880" cy="438912"/>
            </a:xfrm>
            <a:prstGeom prst="rect">
              <a:avLst/>
            </a:prstGeom>
            <a:solidFill>
              <a:srgbClr val="F5F0FB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50" name="Text 48"/>
            <p:cNvSpPr/>
            <p:nvPr/>
          </p:nvSpPr>
          <p:spPr>
            <a:xfrm>
              <a:off x="6537960" y="2414016"/>
              <a:ext cx="12801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>
                  <a:solidFill>
                    <a:srgbClr val="D6283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***</a:t>
              </a:r>
              <a:endParaRPr lang="en-US" sz="1000"/>
            </a:p>
          </p:txBody>
        </p:sp>
        <p:sp>
          <p:nvSpPr>
            <p:cNvPr id="51" name="Shape 49"/>
            <p:cNvSpPr/>
            <p:nvPr/>
          </p:nvSpPr>
          <p:spPr>
            <a:xfrm>
              <a:off x="7863840" y="2414016"/>
              <a:ext cx="1188720" cy="438912"/>
            </a:xfrm>
            <a:prstGeom prst="rect">
              <a:avLst/>
            </a:prstGeom>
            <a:solidFill>
              <a:srgbClr val="F5F0FB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52" name="Text 50"/>
            <p:cNvSpPr/>
            <p:nvPr/>
          </p:nvSpPr>
          <p:spPr>
            <a:xfrm>
              <a:off x="7909560" y="2414016"/>
              <a:ext cx="1143000" cy="43891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latin typeface="Calibri"/>
                  <a:ea typeface="Calibri"/>
                  <a:cs typeface="Calibri"/>
                </a:rPr>
                <a:t>Bridge around govt. tolerance days</a:t>
              </a:r>
              <a:endParaRPr lang="en-US" sz="10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53" name="Shape 51"/>
            <p:cNvSpPr/>
            <p:nvPr/>
          </p:nvSpPr>
          <p:spPr>
            <a:xfrm>
              <a:off x="457200" y="2889504"/>
              <a:ext cx="2240280" cy="438912"/>
            </a:xfrm>
            <a:prstGeom prst="rect">
              <a:avLst/>
            </a:prstGeom>
            <a:solidFill>
              <a:srgbClr val="FFF4E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54" name="Text 52"/>
            <p:cNvSpPr/>
            <p:nvPr/>
          </p:nvSpPr>
          <p:spPr>
            <a:xfrm>
              <a:off x="502920" y="2889504"/>
              <a:ext cx="21945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>
                  <a:solidFill>
                    <a:srgbClr val="1A2B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Bridge Day (Ponte)</a:t>
              </a:r>
              <a:endParaRPr lang="en-US" sz="950"/>
            </a:p>
          </p:txBody>
        </p:sp>
        <p:sp>
          <p:nvSpPr>
            <p:cNvPr id="55" name="Shape 53"/>
            <p:cNvSpPr/>
            <p:nvPr/>
          </p:nvSpPr>
          <p:spPr>
            <a:xfrm>
              <a:off x="2743200" y="2889504"/>
              <a:ext cx="1325880" cy="438912"/>
            </a:xfrm>
            <a:prstGeom prst="rect">
              <a:avLst/>
            </a:prstGeom>
            <a:solidFill>
              <a:srgbClr val="FFF4E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56" name="Text 54"/>
            <p:cNvSpPr/>
            <p:nvPr/>
          </p:nvSpPr>
          <p:spPr>
            <a:xfrm>
              <a:off x="2788920" y="2889504"/>
              <a:ext cx="1280160" cy="43891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000" b="1">
                  <a:solidFill>
                    <a:srgbClr val="1A2B3C"/>
                  </a:solidFill>
                  <a:latin typeface="Calibri"/>
                  <a:ea typeface="Calibri"/>
                  <a:cs typeface="Calibri"/>
                </a:rPr>
                <a:t>+458</a:t>
              </a:r>
              <a:endParaRPr lang="en-US" sz="1000" b="1"/>
            </a:p>
          </p:txBody>
        </p:sp>
        <p:sp>
          <p:nvSpPr>
            <p:cNvPr id="57" name="Shape 55"/>
            <p:cNvSpPr/>
            <p:nvPr/>
          </p:nvSpPr>
          <p:spPr>
            <a:xfrm>
              <a:off x="4114800" y="2889504"/>
              <a:ext cx="1234440" cy="438912"/>
            </a:xfrm>
            <a:prstGeom prst="rect">
              <a:avLst/>
            </a:prstGeom>
            <a:solidFill>
              <a:srgbClr val="FFF4E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58" name="Text 56"/>
            <p:cNvSpPr/>
            <p:nvPr/>
          </p:nvSpPr>
          <p:spPr>
            <a:xfrm>
              <a:off x="4160520" y="2889504"/>
              <a:ext cx="1188720" cy="43891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latin typeface="Calibri"/>
                  <a:ea typeface="Calibri"/>
                  <a:cs typeface="Calibri"/>
                </a:rPr>
                <a:t>57.2</a:t>
              </a:r>
              <a:endParaRPr lang="en-US" sz="1000"/>
            </a:p>
          </p:txBody>
        </p:sp>
        <p:sp>
          <p:nvSpPr>
            <p:cNvPr id="59" name="Shape 57"/>
            <p:cNvSpPr/>
            <p:nvPr/>
          </p:nvSpPr>
          <p:spPr>
            <a:xfrm>
              <a:off x="5394960" y="2889504"/>
              <a:ext cx="1051560" cy="438912"/>
            </a:xfrm>
            <a:prstGeom prst="rect">
              <a:avLst/>
            </a:prstGeom>
            <a:solidFill>
              <a:srgbClr val="FFF4E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0" name="Text 58"/>
            <p:cNvSpPr/>
            <p:nvPr/>
          </p:nvSpPr>
          <p:spPr>
            <a:xfrm>
              <a:off x="5440680" y="2889504"/>
              <a:ext cx="1005840" cy="43891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000">
                  <a:solidFill>
                    <a:srgbClr val="1A2B3C"/>
                  </a:solidFill>
                  <a:ea typeface="Calibri"/>
                  <a:cs typeface="Calibri"/>
                </a:rPr>
                <a:t>&lt;0.001</a:t>
              </a:r>
              <a:endParaRPr lang="en-US" sz="1000">
                <a:solidFill>
                  <a:srgbClr val="000000"/>
                </a:solidFill>
                <a:ea typeface="Calibri"/>
                <a:cs typeface="Calibri"/>
              </a:endParaRPr>
            </a:p>
          </p:txBody>
        </p:sp>
        <p:sp>
          <p:nvSpPr>
            <p:cNvPr id="61" name="Shape 59"/>
            <p:cNvSpPr/>
            <p:nvPr/>
          </p:nvSpPr>
          <p:spPr>
            <a:xfrm>
              <a:off x="6492240" y="2889504"/>
              <a:ext cx="1325880" cy="438912"/>
            </a:xfrm>
            <a:prstGeom prst="rect">
              <a:avLst/>
            </a:prstGeom>
            <a:solidFill>
              <a:srgbClr val="FFF4E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2" name="Text 60"/>
            <p:cNvSpPr/>
            <p:nvPr/>
          </p:nvSpPr>
          <p:spPr>
            <a:xfrm>
              <a:off x="6537960" y="2889504"/>
              <a:ext cx="1280160" cy="43891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000" b="1">
                  <a:solidFill>
                    <a:srgbClr val="D62839"/>
                  </a:solidFill>
                  <a:latin typeface="Calibri"/>
                  <a:ea typeface="Calibri"/>
                  <a:cs typeface="Calibri"/>
                </a:rPr>
                <a:t>***</a:t>
              </a:r>
              <a:endParaRPr lang="en-US" sz="1000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63" name="Shape 61"/>
            <p:cNvSpPr/>
            <p:nvPr/>
          </p:nvSpPr>
          <p:spPr>
            <a:xfrm>
              <a:off x="7863840" y="2889504"/>
              <a:ext cx="1188720" cy="438912"/>
            </a:xfrm>
            <a:prstGeom prst="rect">
              <a:avLst/>
            </a:prstGeom>
            <a:solidFill>
              <a:srgbClr val="FFF4E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4" name="Text 62"/>
            <p:cNvSpPr/>
            <p:nvPr/>
          </p:nvSpPr>
          <p:spPr>
            <a:xfrm>
              <a:off x="7909560" y="2889504"/>
              <a:ext cx="114300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Strategic absence to create long weekend</a:t>
              </a:r>
              <a:endParaRPr lang="en-US" sz="1000"/>
            </a:p>
          </p:txBody>
        </p:sp>
        <p:sp>
          <p:nvSpPr>
            <p:cNvPr id="65" name="Shape 63"/>
            <p:cNvSpPr/>
            <p:nvPr/>
          </p:nvSpPr>
          <p:spPr>
            <a:xfrm>
              <a:off x="457200" y="3364992"/>
              <a:ext cx="2240280" cy="438912"/>
            </a:xfrm>
            <a:prstGeom prst="rect">
              <a:avLst/>
            </a:prstGeom>
            <a:solidFill>
              <a:srgbClr val="FDECEA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6" name="Text 64"/>
            <p:cNvSpPr/>
            <p:nvPr/>
          </p:nvSpPr>
          <p:spPr>
            <a:xfrm>
              <a:off x="502920" y="3364992"/>
              <a:ext cx="21945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>
                  <a:solidFill>
                    <a:srgbClr val="1A2B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Monday (Segunda_Comum)</a:t>
              </a:r>
              <a:endParaRPr lang="en-US" sz="950"/>
            </a:p>
          </p:txBody>
        </p:sp>
        <p:sp>
          <p:nvSpPr>
            <p:cNvPr id="67" name="Shape 65"/>
            <p:cNvSpPr/>
            <p:nvPr/>
          </p:nvSpPr>
          <p:spPr>
            <a:xfrm>
              <a:off x="2743200" y="3364992"/>
              <a:ext cx="1325880" cy="438912"/>
            </a:xfrm>
            <a:prstGeom prst="rect">
              <a:avLst/>
            </a:prstGeom>
            <a:solidFill>
              <a:srgbClr val="FDECEA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8" name="Text 66"/>
            <p:cNvSpPr/>
            <p:nvPr/>
          </p:nvSpPr>
          <p:spPr>
            <a:xfrm>
              <a:off x="2788920" y="3364992"/>
              <a:ext cx="1280160" cy="43891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000" b="1">
                  <a:solidFill>
                    <a:srgbClr val="1A2B3C"/>
                  </a:solidFill>
                  <a:latin typeface="Calibri"/>
                  <a:ea typeface="Calibri"/>
                  <a:cs typeface="Calibri"/>
                </a:rPr>
                <a:t>+1379</a:t>
              </a:r>
              <a:endParaRPr lang="en-US" sz="1000" b="1"/>
            </a:p>
          </p:txBody>
        </p:sp>
        <p:sp>
          <p:nvSpPr>
            <p:cNvPr id="69" name="Shape 67"/>
            <p:cNvSpPr/>
            <p:nvPr/>
          </p:nvSpPr>
          <p:spPr>
            <a:xfrm>
              <a:off x="4114800" y="3364992"/>
              <a:ext cx="1234440" cy="438912"/>
            </a:xfrm>
            <a:prstGeom prst="rect">
              <a:avLst/>
            </a:prstGeom>
            <a:solidFill>
              <a:srgbClr val="FDECEA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70" name="Text 68"/>
            <p:cNvSpPr/>
            <p:nvPr/>
          </p:nvSpPr>
          <p:spPr>
            <a:xfrm>
              <a:off x="4160520" y="3364992"/>
              <a:ext cx="1188720" cy="43891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latin typeface="Calibri"/>
                  <a:ea typeface="Calibri"/>
                  <a:cs typeface="Calibri"/>
                </a:rPr>
                <a:t>69.1</a:t>
              </a:r>
              <a:endParaRPr lang="en-US" sz="1000"/>
            </a:p>
          </p:txBody>
        </p:sp>
        <p:sp>
          <p:nvSpPr>
            <p:cNvPr id="71" name="Shape 69"/>
            <p:cNvSpPr/>
            <p:nvPr/>
          </p:nvSpPr>
          <p:spPr>
            <a:xfrm>
              <a:off x="5394960" y="3364992"/>
              <a:ext cx="1051560" cy="438912"/>
            </a:xfrm>
            <a:prstGeom prst="rect">
              <a:avLst/>
            </a:prstGeom>
            <a:solidFill>
              <a:srgbClr val="FDECEA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72" name="Text 70"/>
            <p:cNvSpPr/>
            <p:nvPr/>
          </p:nvSpPr>
          <p:spPr>
            <a:xfrm>
              <a:off x="5440680" y="3364992"/>
              <a:ext cx="100584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&lt;0.001</a:t>
              </a:r>
              <a:endParaRPr lang="en-US" sz="1000"/>
            </a:p>
          </p:txBody>
        </p:sp>
        <p:sp>
          <p:nvSpPr>
            <p:cNvPr id="73" name="Shape 71"/>
            <p:cNvSpPr/>
            <p:nvPr/>
          </p:nvSpPr>
          <p:spPr>
            <a:xfrm>
              <a:off x="6492240" y="3364992"/>
              <a:ext cx="1325880" cy="438912"/>
            </a:xfrm>
            <a:prstGeom prst="rect">
              <a:avLst/>
            </a:prstGeom>
            <a:solidFill>
              <a:srgbClr val="FDECEA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74" name="Text 72"/>
            <p:cNvSpPr/>
            <p:nvPr/>
          </p:nvSpPr>
          <p:spPr>
            <a:xfrm>
              <a:off x="6537960" y="3364992"/>
              <a:ext cx="12801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>
                  <a:solidFill>
                    <a:srgbClr val="D6283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***</a:t>
              </a:r>
              <a:endParaRPr lang="en-US" sz="1000"/>
            </a:p>
          </p:txBody>
        </p:sp>
        <p:sp>
          <p:nvSpPr>
            <p:cNvPr id="75" name="Shape 73"/>
            <p:cNvSpPr/>
            <p:nvPr/>
          </p:nvSpPr>
          <p:spPr>
            <a:xfrm>
              <a:off x="7863840" y="3364992"/>
              <a:ext cx="1188720" cy="438912"/>
            </a:xfrm>
            <a:prstGeom prst="rect">
              <a:avLst/>
            </a:prstGeom>
            <a:solidFill>
              <a:srgbClr val="FDECEA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76" name="Text 74"/>
            <p:cNvSpPr/>
            <p:nvPr/>
          </p:nvSpPr>
          <p:spPr>
            <a:xfrm>
              <a:off x="7909560" y="3364992"/>
              <a:ext cx="114300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Post-weekend extension — </a:t>
              </a:r>
              <a:r>
                <a:rPr lang="en-US" sz="1000" b="1">
                  <a:solidFill>
                    <a:srgbClr val="1A2B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strongest effect</a:t>
              </a:r>
              <a:endParaRPr lang="en-US" sz="1000" b="1"/>
            </a:p>
          </p:txBody>
        </p:sp>
        <p:sp>
          <p:nvSpPr>
            <p:cNvPr id="77" name="Shape 75"/>
            <p:cNvSpPr/>
            <p:nvPr/>
          </p:nvSpPr>
          <p:spPr>
            <a:xfrm>
              <a:off x="457200" y="3840480"/>
              <a:ext cx="2240280" cy="438912"/>
            </a:xfrm>
            <a:prstGeom prst="rect">
              <a:avLst/>
            </a:prstGeom>
            <a:solidFill>
              <a:srgbClr val="FFF4E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78" name="Text 76"/>
            <p:cNvSpPr/>
            <p:nvPr/>
          </p:nvSpPr>
          <p:spPr>
            <a:xfrm>
              <a:off x="502920" y="3840480"/>
              <a:ext cx="21945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>
                  <a:solidFill>
                    <a:srgbClr val="1A2B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Wednesday (Quarta_Comum)</a:t>
              </a:r>
              <a:endParaRPr lang="en-US" sz="950"/>
            </a:p>
          </p:txBody>
        </p:sp>
        <p:sp>
          <p:nvSpPr>
            <p:cNvPr id="79" name="Shape 77"/>
            <p:cNvSpPr/>
            <p:nvPr/>
          </p:nvSpPr>
          <p:spPr>
            <a:xfrm>
              <a:off x="2743200" y="3840480"/>
              <a:ext cx="1325880" cy="438912"/>
            </a:xfrm>
            <a:prstGeom prst="rect">
              <a:avLst/>
            </a:prstGeom>
            <a:solidFill>
              <a:srgbClr val="FFF4E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80" name="Text 78"/>
            <p:cNvSpPr/>
            <p:nvPr/>
          </p:nvSpPr>
          <p:spPr>
            <a:xfrm>
              <a:off x="2788920" y="3840480"/>
              <a:ext cx="1280160" cy="43891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000" b="1">
                  <a:solidFill>
                    <a:srgbClr val="1A2B3C"/>
                  </a:solidFill>
                  <a:latin typeface="Calibri"/>
                  <a:ea typeface="Calibri"/>
                  <a:cs typeface="Calibri"/>
                </a:rPr>
                <a:t>+697</a:t>
              </a:r>
              <a:endParaRPr lang="en-US" sz="1000" b="1"/>
            </a:p>
          </p:txBody>
        </p:sp>
        <p:sp>
          <p:nvSpPr>
            <p:cNvPr id="81" name="Shape 79"/>
            <p:cNvSpPr/>
            <p:nvPr/>
          </p:nvSpPr>
          <p:spPr>
            <a:xfrm>
              <a:off x="4114800" y="3840480"/>
              <a:ext cx="1234440" cy="438912"/>
            </a:xfrm>
            <a:prstGeom prst="rect">
              <a:avLst/>
            </a:prstGeom>
            <a:solidFill>
              <a:srgbClr val="FFF4E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82" name="Text 80"/>
            <p:cNvSpPr/>
            <p:nvPr/>
          </p:nvSpPr>
          <p:spPr>
            <a:xfrm>
              <a:off x="4160520" y="3840480"/>
              <a:ext cx="1188720" cy="43891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latin typeface="Calibri"/>
                  <a:ea typeface="Calibri"/>
                  <a:cs typeface="Calibri"/>
                </a:rPr>
                <a:t>89.9</a:t>
              </a:r>
              <a:endParaRPr lang="en-US" sz="1000"/>
            </a:p>
          </p:txBody>
        </p:sp>
        <p:sp>
          <p:nvSpPr>
            <p:cNvPr id="83" name="Shape 81"/>
            <p:cNvSpPr/>
            <p:nvPr/>
          </p:nvSpPr>
          <p:spPr>
            <a:xfrm>
              <a:off x="5394960" y="3840480"/>
              <a:ext cx="1051560" cy="438912"/>
            </a:xfrm>
            <a:prstGeom prst="rect">
              <a:avLst/>
            </a:prstGeom>
            <a:solidFill>
              <a:srgbClr val="FFF4E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84" name="Text 82"/>
            <p:cNvSpPr/>
            <p:nvPr/>
          </p:nvSpPr>
          <p:spPr>
            <a:xfrm>
              <a:off x="5440680" y="3840480"/>
              <a:ext cx="100584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&lt;0.001</a:t>
              </a:r>
              <a:endParaRPr lang="en-US" sz="1000"/>
            </a:p>
          </p:txBody>
        </p:sp>
        <p:sp>
          <p:nvSpPr>
            <p:cNvPr id="85" name="Shape 83"/>
            <p:cNvSpPr/>
            <p:nvPr/>
          </p:nvSpPr>
          <p:spPr>
            <a:xfrm>
              <a:off x="6492240" y="3840480"/>
              <a:ext cx="1325880" cy="438912"/>
            </a:xfrm>
            <a:prstGeom prst="rect">
              <a:avLst/>
            </a:prstGeom>
            <a:solidFill>
              <a:srgbClr val="FFF4E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86" name="Text 84"/>
            <p:cNvSpPr/>
            <p:nvPr/>
          </p:nvSpPr>
          <p:spPr>
            <a:xfrm>
              <a:off x="6537960" y="3840480"/>
              <a:ext cx="12801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>
                  <a:solidFill>
                    <a:srgbClr val="D6283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***</a:t>
              </a:r>
              <a:endParaRPr lang="en-US" sz="1000"/>
            </a:p>
          </p:txBody>
        </p:sp>
        <p:sp>
          <p:nvSpPr>
            <p:cNvPr id="87" name="Shape 85"/>
            <p:cNvSpPr/>
            <p:nvPr/>
          </p:nvSpPr>
          <p:spPr>
            <a:xfrm>
              <a:off x="7863840" y="3840480"/>
              <a:ext cx="1188720" cy="438912"/>
            </a:xfrm>
            <a:prstGeom prst="rect">
              <a:avLst/>
            </a:prstGeom>
            <a:solidFill>
              <a:srgbClr val="FFF4E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88" name="Text 86"/>
            <p:cNvSpPr/>
            <p:nvPr/>
          </p:nvSpPr>
          <p:spPr>
            <a:xfrm>
              <a:off x="7909560" y="3840480"/>
              <a:ext cx="114300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Mid-week split — two short working weeks</a:t>
              </a:r>
              <a:endParaRPr lang="en-US" sz="1000"/>
            </a:p>
          </p:txBody>
        </p:sp>
      </p:grpSp>
      <p:sp>
        <p:nvSpPr>
          <p:cNvPr id="89" name="Text 87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codes: *** p&lt;0.001  ** p&lt;0.01  * p&lt;0.05  ·  p-values via asymptotic normal approximation (n&gt;500)</a:t>
            </a:r>
            <a:endParaRPr lang="en-US" sz="900"/>
          </a:p>
        </p:txBody>
      </p:sp>
      <p:grpSp>
        <p:nvGrpSpPr>
          <p:cNvPr id="90" name="Agrupar 89">
            <a:extLst>
              <a:ext uri="{FF2B5EF4-FFF2-40B4-BE49-F238E27FC236}">
                <a16:creationId xmlns:a16="http://schemas.microsoft.com/office/drawing/2014/main" id="{073BEB82-42D7-D37A-676A-259A99EE3386}"/>
              </a:ext>
            </a:extLst>
          </p:cNvPr>
          <p:cNvGrpSpPr/>
          <p:nvPr/>
        </p:nvGrpSpPr>
        <p:grpSpPr>
          <a:xfrm>
            <a:off x="6758609" y="4277007"/>
            <a:ext cx="2298424" cy="745734"/>
            <a:chOff x="5760720" y="3538329"/>
            <a:chExt cx="3017520" cy="1168843"/>
          </a:xfrm>
        </p:grpSpPr>
        <p:sp>
          <p:nvSpPr>
            <p:cNvPr id="91" name="Shape 2">
              <a:extLst>
                <a:ext uri="{FF2B5EF4-FFF2-40B4-BE49-F238E27FC236}">
                  <a16:creationId xmlns:a16="http://schemas.microsoft.com/office/drawing/2014/main" id="{959BC232-B362-D464-CF39-E0B353557230}"/>
                </a:ext>
              </a:extLst>
            </p:cNvPr>
            <p:cNvSpPr/>
            <p:nvPr/>
          </p:nvSpPr>
          <p:spPr>
            <a:xfrm>
              <a:off x="5760720" y="3538329"/>
              <a:ext cx="3017520" cy="1168843"/>
            </a:xfrm>
            <a:prstGeom prst="rect">
              <a:avLst/>
            </a:prstGeom>
            <a:solidFill>
              <a:srgbClr val="0A2342"/>
            </a:solidFill>
            <a:ln w="12700">
              <a:solidFill>
                <a:srgbClr val="0A2342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pt-PT"/>
            </a:p>
          </p:txBody>
        </p:sp>
        <p:sp>
          <p:nvSpPr>
            <p:cNvPr id="92" name="Shape 16"/>
            <p:cNvSpPr/>
            <p:nvPr/>
          </p:nvSpPr>
          <p:spPr>
            <a:xfrm>
              <a:off x="5897880" y="3749040"/>
              <a:ext cx="36576" cy="548640"/>
            </a:xfrm>
            <a:prstGeom prst="rect">
              <a:avLst/>
            </a:prstGeom>
            <a:solidFill>
              <a:srgbClr val="02C39A"/>
            </a:solidFill>
            <a:ln w="12700">
              <a:solidFill>
                <a:srgbClr val="02C39A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93" name="Text 17"/>
            <p:cNvSpPr/>
            <p:nvPr/>
          </p:nvSpPr>
          <p:spPr>
            <a:xfrm>
              <a:off x="6035040" y="3734025"/>
              <a:ext cx="25603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>
                  <a:solidFill>
                    <a:srgbClr val="02C3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 fit</a:t>
              </a:r>
              <a:endParaRPr lang="en-US" sz="1100"/>
            </a:p>
          </p:txBody>
        </p:sp>
        <p:sp>
          <p:nvSpPr>
            <p:cNvPr id="94" name="Text 18"/>
            <p:cNvSpPr/>
            <p:nvPr/>
          </p:nvSpPr>
          <p:spPr>
            <a:xfrm>
              <a:off x="6035040" y="3991800"/>
              <a:ext cx="25603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>
                  <a:solidFill>
                    <a:srgbClr val="E9C46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p-value 0.3293</a:t>
              </a:r>
              <a:endParaRPr lang="en-US" sz="1100"/>
            </a:p>
          </p:txBody>
        </p:sp>
        <p:sp>
          <p:nvSpPr>
            <p:cNvPr id="95" name="Text 19"/>
            <p:cNvSpPr/>
            <p:nvPr/>
          </p:nvSpPr>
          <p:spPr>
            <a:xfrm>
              <a:off x="6035040" y="4270248"/>
              <a:ext cx="2560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>
                  <a:solidFill>
                    <a:srgbClr val="A8C8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Residuals tested for white noise via Ljung-Box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A2342"/>
                </a:solidFill>
                <a:latin typeface="Calibri"/>
                <a:ea typeface="Calibri"/>
                <a:cs typeface="Calibri"/>
              </a:rPr>
              <a:t>Weekly Pattern - evidence of convenience use</a:t>
            </a:r>
            <a:endParaRPr lang="en-US" sz="26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801165" y="1633994"/>
            <a:ext cx="3017520" cy="2317805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" name="Text 3"/>
          <p:cNvSpPr/>
          <p:nvPr/>
        </p:nvSpPr>
        <p:spPr>
          <a:xfrm>
            <a:off x="5938325" y="177115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400"/>
          </a:p>
        </p:txBody>
      </p:sp>
      <p:sp>
        <p:nvSpPr>
          <p:cNvPr id="7" name="Shape 4"/>
          <p:cNvSpPr/>
          <p:nvPr/>
        </p:nvSpPr>
        <p:spPr>
          <a:xfrm>
            <a:off x="5938325" y="2228354"/>
            <a:ext cx="36576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5"/>
          <p:cNvSpPr/>
          <p:nvPr/>
        </p:nvSpPr>
        <p:spPr>
          <a:xfrm>
            <a:off x="6075485" y="227407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spike</a:t>
            </a:r>
            <a:endParaRPr lang="en-US" sz="1000"/>
          </a:p>
        </p:txBody>
      </p:sp>
      <p:sp>
        <p:nvSpPr>
          <p:cNvPr id="9" name="Text 6"/>
          <p:cNvSpPr/>
          <p:nvPr/>
        </p:nvSpPr>
        <p:spPr>
          <a:xfrm>
            <a:off x="6075485" y="252096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+1379***</a:t>
            </a:r>
            <a:endParaRPr lang="en-US" sz="1100"/>
          </a:p>
        </p:txBody>
      </p:sp>
      <p:sp>
        <p:nvSpPr>
          <p:cNvPr id="10" name="Text 7"/>
          <p:cNvSpPr/>
          <p:nvPr/>
        </p:nvSpPr>
        <p:spPr>
          <a:xfrm>
            <a:off x="6075485" y="274956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Post-weekend extension: workers sick on Monday at significantly higher rates</a:t>
            </a:r>
            <a:endParaRPr lang="en-US" sz="850"/>
          </a:p>
        </p:txBody>
      </p:sp>
      <p:sp>
        <p:nvSpPr>
          <p:cNvPr id="11" name="Shape 8"/>
          <p:cNvSpPr/>
          <p:nvPr/>
        </p:nvSpPr>
        <p:spPr>
          <a:xfrm>
            <a:off x="5938325" y="3005594"/>
            <a:ext cx="36576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9"/>
          <p:cNvSpPr/>
          <p:nvPr/>
        </p:nvSpPr>
        <p:spPr>
          <a:xfrm>
            <a:off x="6075485" y="305131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 peak</a:t>
            </a:r>
            <a:endParaRPr lang="en-US" sz="1000"/>
          </a:p>
        </p:txBody>
      </p:sp>
      <p:sp>
        <p:nvSpPr>
          <p:cNvPr id="13" name="Text 10"/>
          <p:cNvSpPr/>
          <p:nvPr/>
        </p:nvSpPr>
        <p:spPr>
          <a:xfrm>
            <a:off x="6075485" y="329820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+697***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6075485" y="352680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Mid-week strategy: splitting 5-day week into two shorter periods</a:t>
            </a:r>
            <a:endParaRPr lang="en-US" sz="850"/>
          </a:p>
        </p:txBody>
      </p:sp>
      <p:pic>
        <p:nvPicPr>
          <p:cNvPr id="4" name="Imagem 3" descr="Uma imagem com texto, captura de ecrã, diagrama, design&#10;&#10;Os conteúdos gerados por IA poderão estar incorretos.">
            <a:extLst>
              <a:ext uri="{FF2B5EF4-FFF2-40B4-BE49-F238E27FC236}">
                <a16:creationId xmlns:a16="http://schemas.microsoft.com/office/drawing/2014/main" id="{6A044F55-2319-19D4-F781-8F52FB5D5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15" y="1125415"/>
            <a:ext cx="5011616" cy="31476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Impact Estimation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solidFill>
            <a:srgbClr val="FFF8E1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7955280" cy="40233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7A5C00"/>
                </a:solidFill>
                <a:latin typeface="Calibri"/>
                <a:ea typeface="Calibri"/>
                <a:cs typeface="Calibri"/>
              </a:rPr>
              <a:t>⚠️  Assumption: €150 average daily cost per absent worker ·  1 ADD = 1 absence day 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560320" cy="155448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560320" cy="91440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475488" y="1554480"/>
            <a:ext cx="2432304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600" b="1">
                <a:solidFill>
                  <a:srgbClr val="D62839"/>
                </a:solidFill>
                <a:ea typeface="Calibri"/>
                <a:cs typeface="Calibri"/>
              </a:rPr>
              <a:t>193 042</a:t>
            </a:r>
          </a:p>
        </p:txBody>
      </p:sp>
      <p:sp>
        <p:nvSpPr>
          <p:cNvPr id="9" name="Text 7"/>
          <p:cNvSpPr/>
          <p:nvPr/>
        </p:nvSpPr>
        <p:spPr>
          <a:xfrm>
            <a:off x="457200" y="21762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ADDs — Monday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+1379 per Monday</a:t>
            </a:r>
            <a:endParaRPr lang="en-US" sz="900"/>
          </a:p>
        </p:txBody>
      </p:sp>
      <p:sp>
        <p:nvSpPr>
          <p:cNvPr id="11" name="Shape 9"/>
          <p:cNvSpPr/>
          <p:nvPr/>
        </p:nvSpPr>
        <p:spPr>
          <a:xfrm>
            <a:off x="3200400" y="1417320"/>
            <a:ext cx="2651760" cy="155448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265176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3310128" y="1554480"/>
            <a:ext cx="2432304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600" b="1">
                <a:solidFill>
                  <a:srgbClr val="F4A261"/>
                </a:solidFill>
                <a:latin typeface="Calibri"/>
                <a:ea typeface="Calibri"/>
                <a:cs typeface="Calibri"/>
              </a:rPr>
              <a:t>101 807</a:t>
            </a:r>
            <a:endParaRPr lang="en-US" sz="260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91840" y="21762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ADDs — Wednesday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3291840" y="2514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+697  per Wednesday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6035040" y="1417320"/>
            <a:ext cx="2651760" cy="155448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7" name="Shape 15"/>
          <p:cNvSpPr/>
          <p:nvPr/>
        </p:nvSpPr>
        <p:spPr>
          <a:xfrm>
            <a:off x="6035040" y="1417320"/>
            <a:ext cx="26517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6144768" y="1554480"/>
            <a:ext cx="2432304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6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14.5M€</a:t>
            </a:r>
          </a:p>
        </p:txBody>
      </p:sp>
      <p:sp>
        <p:nvSpPr>
          <p:cNvPr id="19" name="Text 17"/>
          <p:cNvSpPr/>
          <p:nvPr/>
        </p:nvSpPr>
        <p:spPr>
          <a:xfrm>
            <a:off x="6126480" y="21762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Annual Cost (significant vars)</a:t>
            </a:r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6126480" y="2514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457201" y="3154680"/>
            <a:ext cx="2560320" cy="109728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2" name="Text 20"/>
          <p:cNvSpPr/>
          <p:nvPr/>
        </p:nvSpPr>
        <p:spPr>
          <a:xfrm>
            <a:off x="640080" y="3246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calculated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640080" y="341071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ADDs</a:t>
            </a:r>
            <a:r>
              <a:rPr lang="en-US" sz="11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β × </a:t>
            </a:r>
            <a:r>
              <a:rPr lang="en-US" sz="110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N_days_in_period</a:t>
            </a:r>
            <a:r>
              <a:rPr lang="en-US" sz="11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r>
              <a:rPr lang="en-US" sz="11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cost</a:t>
            </a:r>
            <a:r>
              <a:rPr lang="en-US" sz="11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Excess ADDs × €150/day</a:t>
            </a:r>
            <a:endParaRPr lang="en-US" sz="1100"/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B9498F81-33C7-6BFC-CA4B-D2E574022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98" y="3135876"/>
            <a:ext cx="5312691" cy="1508243"/>
          </a:xfrm>
          <a:prstGeom prst="rect">
            <a:avLst/>
          </a:prstGeom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2B9D6F6E-9821-395C-FDA2-F457B036140B}"/>
              </a:ext>
            </a:extLst>
          </p:cNvPr>
          <p:cNvSpPr txBox="1"/>
          <p:nvPr/>
        </p:nvSpPr>
        <p:spPr>
          <a:xfrm>
            <a:off x="457200" y="4781280"/>
            <a:ext cx="8581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600" b="1" err="1"/>
              <a:t>Sources</a:t>
            </a:r>
            <a:r>
              <a:rPr lang="pt-PT" sz="600"/>
              <a:t>: </a:t>
            </a:r>
            <a:r>
              <a:rPr lang="en-US" sz="600"/>
              <a:t>Nicholson, S., Pauly, M. V., Polsky, D., Sharda, C., </a:t>
            </a:r>
            <a:r>
              <a:rPr lang="en-US" sz="600" err="1"/>
              <a:t>Szrek</a:t>
            </a:r>
            <a:r>
              <a:rPr lang="en-US" sz="600"/>
              <a:t>, H., &amp; Berger, M. L. (2006). Measuring the effects of work loss on productivity with team production. Health economics, 15(2), 111–123. </a:t>
            </a:r>
            <a:r>
              <a:rPr lang="en-US" sz="600">
                <a:hlinkClick r:id="rId4"/>
              </a:rPr>
              <a:t>https://doi.org/10.1002/hec.1052</a:t>
            </a:r>
            <a:r>
              <a:rPr lang="en-US" sz="600"/>
              <a:t>; Strömberg, C., Aboagye, E., Hagberg, J., Bergström, G., &amp; </a:t>
            </a:r>
            <a:r>
              <a:rPr lang="en-US" sz="600" err="1"/>
              <a:t>Lohela</a:t>
            </a:r>
            <a:r>
              <a:rPr lang="en-US" sz="600"/>
              <a:t>-Karlsson, M. (2017). Estimating the Effect and Economic Impact of Absenteeism, Presenteeism, and Work Environment-Related Problems on Reductions in Productivity from a Managerial Perspective. Value in health : the journal of the International Society for Pharmacoeconomics and Outcomes Research, 20(8), 1058–1064. </a:t>
            </a:r>
            <a:r>
              <a:rPr lang="en-US" sz="600">
                <a:hlinkClick r:id="rId5"/>
              </a:rPr>
              <a:t>https://doi.org/10.1016/j.jval.2017.05.008</a:t>
            </a:r>
            <a:r>
              <a:rPr lang="en-US" sz="600"/>
              <a:t> </a:t>
            </a:r>
            <a:endParaRPr lang="pt-PT" sz="600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3A4D3D54-3820-3CBB-B19D-99358FA7DCDE}"/>
              </a:ext>
            </a:extLst>
          </p:cNvPr>
          <p:cNvSpPr txBox="1"/>
          <p:nvPr/>
        </p:nvSpPr>
        <p:spPr>
          <a:xfrm>
            <a:off x="7915523" y="4295068"/>
            <a:ext cx="588397" cy="3385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PT" sz="1600">
                <a:solidFill>
                  <a:schemeClr val="bg1"/>
                </a:solidFill>
              </a:rPr>
              <a:t>x 1.7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3C4B051E-32EB-D8BE-4815-C62257904845}"/>
              </a:ext>
            </a:extLst>
          </p:cNvPr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800" b="1">
                <a:solidFill>
                  <a:srgbClr val="0A2342"/>
                </a:solidFill>
                <a:latin typeface="Calibri"/>
                <a:ea typeface="Calibri"/>
                <a:cs typeface="Calibri"/>
              </a:rPr>
              <a:t>Validation out-of-sample</a:t>
            </a:r>
            <a:endParaRPr lang="en-US" sz="2800" b="1">
              <a:solidFill>
                <a:srgbClr val="0A2342"/>
              </a:solidFill>
              <a:ea typeface="Calibri"/>
              <a:cs typeface="Calibri"/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7251B4CE-47A7-EBB5-E3F8-2A36DAA22F95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E1C997C-C30D-B8DA-05A5-1F38E5AA04D6}"/>
              </a:ext>
            </a:extLst>
          </p:cNvPr>
          <p:cNvSpPr txBox="1"/>
          <p:nvPr/>
        </p:nvSpPr>
        <p:spPr>
          <a:xfrm>
            <a:off x="458185" y="891737"/>
            <a:ext cx="615840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Walk-forward out-of-sample with 12-month holdout</a:t>
            </a:r>
            <a:endParaRPr lang="pt-PT">
              <a:ea typeface="+mn-lt"/>
              <a:cs typeface="+mn-lt"/>
            </a:endParaRPr>
          </a:p>
          <a:p>
            <a:pPr algn="ctr"/>
            <a:endParaRPr lang="pt-PT">
              <a:ea typeface="Calibri"/>
              <a:cs typeface="Calibri"/>
            </a:endParaRPr>
          </a:p>
        </p:txBody>
      </p:sp>
      <p:pic>
        <p:nvPicPr>
          <p:cNvPr id="13" name="Imagem 12" descr="Uma imagem com captura de ecrã, Retângulo, quadrado&#10;&#10;Os conteúdos gerados por IA poderão estar incorretos.">
            <a:extLst>
              <a:ext uri="{FF2B5EF4-FFF2-40B4-BE49-F238E27FC236}">
                <a16:creationId xmlns:a16="http://schemas.microsoft.com/office/drawing/2014/main" id="{8BDE6F1A-12F1-1C9A-D180-9A15919E7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23" y="1524188"/>
            <a:ext cx="8525309" cy="661574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D0A392A7-E4E9-F535-355D-FD075BF794CC}"/>
              </a:ext>
            </a:extLst>
          </p:cNvPr>
          <p:cNvSpPr txBox="1"/>
          <p:nvPr/>
        </p:nvSpPr>
        <p:spPr>
          <a:xfrm>
            <a:off x="460259" y="1642326"/>
            <a:ext cx="2195764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Training</a:t>
            </a:r>
            <a:endParaRPr lang="pt-PT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5FF491C-1048-2717-C504-256C727231FF}"/>
              </a:ext>
            </a:extLst>
          </p:cNvPr>
          <p:cNvSpPr txBox="1"/>
          <p:nvPr/>
        </p:nvSpPr>
        <p:spPr>
          <a:xfrm>
            <a:off x="6624110" y="1642325"/>
            <a:ext cx="2195764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bg1"/>
                </a:solidFill>
                <a:ea typeface="Calibri"/>
                <a:cs typeface="Calibri"/>
              </a:rPr>
              <a:t>Test ( 12 months)</a:t>
            </a:r>
          </a:p>
          <a:p>
            <a:pPr algn="ctr"/>
            <a:endParaRPr lang="pt-PT"/>
          </a:p>
        </p:txBody>
      </p:sp>
      <p:pic>
        <p:nvPicPr>
          <p:cNvPr id="17" name="Imagem 16" descr="Uma imagem com Retângulo, quadrado, file&#10;&#10;Os conteúdos gerados por IA poderão estar incorretos.">
            <a:extLst>
              <a:ext uri="{FF2B5EF4-FFF2-40B4-BE49-F238E27FC236}">
                <a16:creationId xmlns:a16="http://schemas.microsoft.com/office/drawing/2014/main" id="{9BA7EBF3-C131-6CA6-B7BD-64DAEF43B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384" y="2401784"/>
            <a:ext cx="8375432" cy="1705670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408C29DD-EEE6-3955-BB6C-5D8782D2BCD5}"/>
              </a:ext>
            </a:extLst>
          </p:cNvPr>
          <p:cNvSpPr txBox="1"/>
          <p:nvPr/>
        </p:nvSpPr>
        <p:spPr>
          <a:xfrm>
            <a:off x="494747" y="2620240"/>
            <a:ext cx="8422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①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C646691-2812-99F1-4355-9844C80FDABA}"/>
              </a:ext>
            </a:extLst>
          </p:cNvPr>
          <p:cNvSpPr txBox="1"/>
          <p:nvPr/>
        </p:nvSpPr>
        <p:spPr>
          <a:xfrm>
            <a:off x="1018536" y="2619201"/>
            <a:ext cx="3534277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/>
              <a:t>Model estimated on training data only (no lookahead)</a:t>
            </a:r>
            <a:endParaRPr lang="en-US" sz="1300"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C9089A8-C71B-7DA3-9DE4-61BB82C16D89}"/>
              </a:ext>
            </a:extLst>
          </p:cNvPr>
          <p:cNvSpPr txBox="1"/>
          <p:nvPr/>
        </p:nvSpPr>
        <p:spPr>
          <a:xfrm flipH="1">
            <a:off x="4677796" y="2634502"/>
            <a:ext cx="5639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③</a:t>
            </a:r>
            <a:endParaRPr lang="pt-PT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8BAE76C-C3D8-3F34-8145-F4E9DFAE9E1C}"/>
              </a:ext>
            </a:extLst>
          </p:cNvPr>
          <p:cNvSpPr txBox="1"/>
          <p:nvPr/>
        </p:nvSpPr>
        <p:spPr>
          <a:xfrm>
            <a:off x="494747" y="3416812"/>
            <a:ext cx="64669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②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C95D886-CBF9-90C5-02E0-A95137033127}"/>
              </a:ext>
            </a:extLst>
          </p:cNvPr>
          <p:cNvSpPr txBox="1"/>
          <p:nvPr/>
        </p:nvSpPr>
        <p:spPr>
          <a:xfrm>
            <a:off x="980159" y="3380510"/>
            <a:ext cx="3350174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Test outliers set to 0 (unknown at forecast date)</a:t>
            </a:r>
            <a:endParaRPr lang="en-US" sz="1400"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3A93D58-985D-9D0E-F47D-16EB382E43FA}"/>
              </a:ext>
            </a:extLst>
          </p:cNvPr>
          <p:cNvSpPr txBox="1"/>
          <p:nvPr/>
        </p:nvSpPr>
        <p:spPr>
          <a:xfrm>
            <a:off x="5192766" y="2571749"/>
            <a:ext cx="3325541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Test Fourier terms as continuation of training time axis</a:t>
            </a:r>
            <a:endParaRPr lang="en-US" sz="1400"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7DDFECB3-BBAC-54CD-1036-BE4FAB31CF74}"/>
              </a:ext>
            </a:extLst>
          </p:cNvPr>
          <p:cNvSpPr txBox="1"/>
          <p:nvPr/>
        </p:nvSpPr>
        <p:spPr>
          <a:xfrm>
            <a:off x="5158280" y="3379733"/>
            <a:ext cx="3360027" cy="8100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Benchmark: Seasonal Naïve (lag-7) computed on the same training period</a:t>
            </a:r>
            <a:endParaRPr lang="en-US" sz="1400"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E148A2A8-71FB-653C-F2ED-1C9EF0B24AC7}"/>
              </a:ext>
            </a:extLst>
          </p:cNvPr>
          <p:cNvSpPr txBox="1"/>
          <p:nvPr/>
        </p:nvSpPr>
        <p:spPr>
          <a:xfrm>
            <a:off x="4729656" y="3473341"/>
            <a:ext cx="46311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④</a:t>
            </a:r>
          </a:p>
          <a:p>
            <a:pPr algn="ctr"/>
            <a:endParaRPr lang="pt-PT"/>
          </a:p>
        </p:txBody>
      </p:sp>
      <p:sp>
        <p:nvSpPr>
          <p:cNvPr id="6" name="Shape 19">
            <a:extLst>
              <a:ext uri="{FF2B5EF4-FFF2-40B4-BE49-F238E27FC236}">
                <a16:creationId xmlns:a16="http://schemas.microsoft.com/office/drawing/2014/main" id="{65BAD20F-30AA-0806-4AB3-42A4AFF88DE1}"/>
              </a:ext>
            </a:extLst>
          </p:cNvPr>
          <p:cNvSpPr/>
          <p:nvPr/>
        </p:nvSpPr>
        <p:spPr>
          <a:xfrm>
            <a:off x="457200" y="4332167"/>
            <a:ext cx="8229600" cy="548049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CABED3E-09AC-333A-891C-F4F02A59AC78}"/>
              </a:ext>
            </a:extLst>
          </p:cNvPr>
          <p:cNvSpPr txBox="1"/>
          <p:nvPr/>
        </p:nvSpPr>
        <p:spPr>
          <a:xfrm>
            <a:off x="7046771" y="4409419"/>
            <a:ext cx="1112922" cy="6513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0070C0"/>
                </a:solidFill>
              </a:rPr>
              <a:t>MASE</a:t>
            </a:r>
            <a:r>
              <a:rPr lang="en-US" b="1"/>
              <a:t> &lt; 1</a:t>
            </a:r>
            <a:endParaRPr lang="pt-PT" b="1"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9561C99-5EF6-2EBA-D658-05BF0F22F0F7}"/>
              </a:ext>
            </a:extLst>
          </p:cNvPr>
          <p:cNvSpPr txBox="1"/>
          <p:nvPr/>
        </p:nvSpPr>
        <p:spPr>
          <a:xfrm>
            <a:off x="584810" y="4414431"/>
            <a:ext cx="4572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Benchmark vs Naïve s7</a:t>
            </a:r>
            <a:endParaRPr lang="en-US">
              <a:solidFill>
                <a:schemeClr val="accent6">
                  <a:lumMod val="76000"/>
                </a:schemeClr>
              </a:solidFill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E4415E8-101C-0F2D-1483-54CCE8744201}"/>
              </a:ext>
            </a:extLst>
          </p:cNvPr>
          <p:cNvSpPr txBox="1"/>
          <p:nvPr/>
        </p:nvSpPr>
        <p:spPr>
          <a:xfrm>
            <a:off x="3744829" y="4411579"/>
            <a:ext cx="196515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&lt;</a:t>
            </a:r>
            <a:r>
              <a:rPr lang="en-US" b="1">
                <a:solidFill>
                  <a:schemeClr val="accent6">
                    <a:lumMod val="76000"/>
                  </a:schemeClr>
                </a:solidFill>
              </a:rPr>
              <a:t> RMSE Naïve s7</a:t>
            </a:r>
            <a:endParaRPr lang="en-US" b="1">
              <a:solidFill>
                <a:schemeClr val="accent6">
                  <a:lumMod val="76000"/>
                </a:schemeClr>
              </a:solidFill>
              <a:ea typeface="Calibri"/>
              <a:cs typeface="Calibri"/>
            </a:endParaRPr>
          </a:p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83896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91AB8-F468-23C9-36B6-2D1076C1E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E098023-05C6-B670-0556-F755BCAB769A}"/>
              </a:ext>
            </a:extLst>
          </p:cNvPr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800" b="1">
                <a:solidFill>
                  <a:srgbClr val="0A2342"/>
                </a:solidFill>
                <a:latin typeface="Calibri"/>
                <a:ea typeface="Calibri"/>
                <a:cs typeface="Calibri"/>
              </a:rPr>
              <a:t>Projection (2027-2030)</a:t>
            </a:r>
            <a:endParaRPr lang="pt-PT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8EC41BEB-DA3E-744D-6B1E-E8754695699A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4" name="Imagem 13" descr="Uma imagem com texto, Gráfico, diagrama, Tipo de letra&#10;&#10;Os conteúdos gerados por IA poderão estar incorretos.">
            <a:extLst>
              <a:ext uri="{FF2B5EF4-FFF2-40B4-BE49-F238E27FC236}">
                <a16:creationId xmlns:a16="http://schemas.microsoft.com/office/drawing/2014/main" id="{0781EC9A-F093-DA1D-253F-C80E63CF52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52" r="-110" b="-262"/>
          <a:stretch>
            <a:fillRect/>
          </a:stretch>
        </p:blipFill>
        <p:spPr>
          <a:xfrm>
            <a:off x="75197" y="1020959"/>
            <a:ext cx="8963366" cy="349457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15B5F8A-78D1-9EB9-729D-20A4A63AA150}"/>
              </a:ext>
            </a:extLst>
          </p:cNvPr>
          <p:cNvSpPr txBox="1"/>
          <p:nvPr/>
        </p:nvSpPr>
        <p:spPr>
          <a:xfrm>
            <a:off x="73901" y="4892237"/>
            <a:ext cx="4572000" cy="5078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 i="1">
                <a:solidFill>
                  <a:schemeClr val="bg1">
                    <a:lumMod val="49000"/>
                  </a:schemeClr>
                </a:solidFill>
              </a:rPr>
              <a:t>Split Conformal Prediction  ·  Papadopoulos et al. (2002)  ·  Angelopoulos &amp; Bates (2023)</a:t>
            </a:r>
            <a:endParaRPr lang="en-US" sz="900" i="1">
              <a:solidFill>
                <a:schemeClr val="bg1">
                  <a:lumMod val="49000"/>
                </a:schemeClr>
              </a:solidFill>
              <a:ea typeface="Calibri"/>
              <a:cs typeface="Calibri"/>
            </a:endParaRPr>
          </a:p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79593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8C546-E331-1BFF-B72E-1C298C90A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5FB1CE4-44CE-5D6A-4284-7EB79C539937}"/>
              </a:ext>
            </a:extLst>
          </p:cNvPr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endParaRPr lang="en-US" sz="2800" b="1">
              <a:solidFill>
                <a:srgbClr val="0A2342"/>
              </a:solidFill>
              <a:ea typeface="+mn-lt"/>
              <a:cs typeface="+mn-lt"/>
            </a:endParaRPr>
          </a:p>
          <a:p>
            <a:r>
              <a:rPr lang="en-US" sz="2800" b="1">
                <a:solidFill>
                  <a:srgbClr val="0A2342"/>
                </a:solidFill>
                <a:ea typeface="+mn-lt"/>
                <a:cs typeface="+mn-lt"/>
              </a:rPr>
              <a:t>Projected Economic Impact (2026-2030)</a:t>
            </a:r>
            <a:endParaRPr lang="pt-PT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2800" b="1">
              <a:solidFill>
                <a:srgbClr val="0A2342"/>
              </a:solidFill>
              <a:ea typeface="Calibri"/>
              <a:cs typeface="Calibri"/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FC040BD3-6995-6D7F-7602-262A5BD0A4C2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2" name="Imagem 1" descr="Uma imagem com texto, captura de ecrã, diagrama, Paralelo&#10;&#10;Os conteúdos gerados por IA poderão estar incorretos.">
            <a:extLst>
              <a:ext uri="{FF2B5EF4-FFF2-40B4-BE49-F238E27FC236}">
                <a16:creationId xmlns:a16="http://schemas.microsoft.com/office/drawing/2014/main" id="{49C84EFB-01A7-E7F5-C92D-4281EF0FC3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17" r="206" b="-217"/>
          <a:stretch>
            <a:fillRect/>
          </a:stretch>
        </p:blipFill>
        <p:spPr>
          <a:xfrm>
            <a:off x="791304" y="841681"/>
            <a:ext cx="7161456" cy="418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0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E6B31-D923-D33B-C717-8EDB41CAD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ED4CB7C-BC1F-27FA-F405-19B8C731202F}"/>
              </a:ext>
            </a:extLst>
          </p:cNvPr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endParaRPr lang="en-US" sz="2800" b="1">
              <a:solidFill>
                <a:srgbClr val="0A2342"/>
              </a:solidFill>
              <a:ea typeface="+mn-lt"/>
              <a:cs typeface="+mn-lt"/>
            </a:endParaRPr>
          </a:p>
          <a:p>
            <a:r>
              <a:rPr lang="en-US" sz="2800" b="1">
                <a:solidFill>
                  <a:srgbClr val="0A2342"/>
                </a:solidFill>
                <a:ea typeface="+mn-lt"/>
                <a:cs typeface="+mn-lt"/>
              </a:rPr>
              <a:t>Scenarios &amp; Risk Analysis </a:t>
            </a:r>
          </a:p>
          <a:p>
            <a:endParaRPr lang="en-US" sz="2800" b="1">
              <a:solidFill>
                <a:srgbClr val="0A2342"/>
              </a:solidFill>
              <a:ea typeface="Calibri"/>
              <a:cs typeface="Calibri"/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314E0DA5-44AD-3964-29F4-60D991E8001F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6" name="Imagem 5" descr="Uma imagem com Retângulo, janela, quadrado, edifício&#10;&#10;Os conteúdos gerados por IA poderão estar incorretos.">
            <a:extLst>
              <a:ext uri="{FF2B5EF4-FFF2-40B4-BE49-F238E27FC236}">
                <a16:creationId xmlns:a16="http://schemas.microsoft.com/office/drawing/2014/main" id="{476E1AFD-BDEA-AF5C-6C4C-0D9103181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07" y="968426"/>
            <a:ext cx="8672764" cy="125151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C46E735-CC25-EF32-CCB8-67F0BCEBE5A9}"/>
              </a:ext>
            </a:extLst>
          </p:cNvPr>
          <p:cNvSpPr txBox="1"/>
          <p:nvPr/>
        </p:nvSpPr>
        <p:spPr>
          <a:xfrm>
            <a:off x="884736" y="1168066"/>
            <a:ext cx="86727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0070C0"/>
                </a:solidFill>
              </a:rPr>
              <a:t>10 000</a:t>
            </a:r>
            <a:endParaRPr lang="en-US" b="1">
              <a:solidFill>
                <a:srgbClr val="0070C0"/>
              </a:solidFill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3A15117-80DB-B65C-1128-8D55713C4371}"/>
              </a:ext>
            </a:extLst>
          </p:cNvPr>
          <p:cNvSpPr txBox="1"/>
          <p:nvPr/>
        </p:nvSpPr>
        <p:spPr>
          <a:xfrm>
            <a:off x="3100552" y="1168066"/>
            <a:ext cx="93746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accent6">
                    <a:lumMod val="76000"/>
                  </a:schemeClr>
                </a:solidFill>
              </a:rPr>
              <a:t>2 years </a:t>
            </a:r>
            <a:endParaRPr lang="en-US" b="1">
              <a:solidFill>
                <a:schemeClr val="accent6">
                  <a:lumMod val="76000"/>
                </a:schemeClr>
              </a:solidFill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556DAE7-964B-A4C6-569B-11F3AD4C8B02}"/>
              </a:ext>
            </a:extLst>
          </p:cNvPr>
          <p:cNvSpPr txBox="1"/>
          <p:nvPr/>
        </p:nvSpPr>
        <p:spPr>
          <a:xfrm>
            <a:off x="5211092" y="1168066"/>
            <a:ext cx="106780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33 M€</a:t>
            </a:r>
            <a:endParaRPr lang="pt-PT">
              <a:solidFill>
                <a:srgbClr val="C00000"/>
              </a:solidFill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8AAD38E-FBB8-BDA1-A844-B9061A1A0E90}"/>
              </a:ext>
            </a:extLst>
          </p:cNvPr>
          <p:cNvSpPr txBox="1"/>
          <p:nvPr/>
        </p:nvSpPr>
        <p:spPr>
          <a:xfrm>
            <a:off x="583947" y="1634290"/>
            <a:ext cx="150896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>
                <a:solidFill>
                  <a:schemeClr val="bg2">
                    <a:lumMod val="49000"/>
                  </a:schemeClr>
                </a:solidFill>
              </a:rPr>
              <a:t>No. of simulations</a:t>
            </a:r>
            <a:endParaRPr lang="en-US" sz="1300">
              <a:solidFill>
                <a:schemeClr val="bg2">
                  <a:lumMod val="49000"/>
                </a:schemeClr>
              </a:solidFill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C53735A-AD02-681C-26B6-D607CA0D0CD6}"/>
              </a:ext>
            </a:extLst>
          </p:cNvPr>
          <p:cNvSpPr txBox="1"/>
          <p:nvPr/>
        </p:nvSpPr>
        <p:spPr>
          <a:xfrm>
            <a:off x="2734591" y="1634289"/>
            <a:ext cx="150896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00">
                <a:solidFill>
                  <a:schemeClr val="bg2">
                    <a:lumMod val="49000"/>
                  </a:schemeClr>
                </a:solidFill>
              </a:rPr>
              <a:t>Horizon</a:t>
            </a:r>
            <a:endParaRPr lang="pt-PT">
              <a:ea typeface="Calibri" panose="020F0502020204030204"/>
              <a:cs typeface="Calibri" panose="020F0502020204030204"/>
            </a:endParaRPr>
          </a:p>
          <a:p>
            <a:pPr algn="ctr"/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41A30C5-0A07-659F-D7C1-1EF1D05E145E}"/>
              </a:ext>
            </a:extLst>
          </p:cNvPr>
          <p:cNvSpPr txBox="1"/>
          <p:nvPr/>
        </p:nvSpPr>
        <p:spPr>
          <a:xfrm>
            <a:off x="4891976" y="1634288"/>
            <a:ext cx="150896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00">
                <a:solidFill>
                  <a:schemeClr val="bg2">
                    <a:lumMod val="49000"/>
                  </a:schemeClr>
                </a:solidFill>
              </a:rPr>
              <a:t>Risk threshold</a:t>
            </a:r>
            <a:endParaRPr lang="pt-PT" err="1"/>
          </a:p>
          <a:p>
            <a:pPr algn="ctr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513A7ED-7AA6-02F7-D05D-5ED91830739E}"/>
              </a:ext>
            </a:extLst>
          </p:cNvPr>
          <p:cNvSpPr txBox="1"/>
          <p:nvPr/>
        </p:nvSpPr>
        <p:spPr>
          <a:xfrm>
            <a:off x="7301578" y="1168065"/>
            <a:ext cx="118811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accent2"/>
                </a:solidFill>
              </a:rPr>
              <a:t>150€/day</a:t>
            </a:r>
            <a:endParaRPr lang="pt-PT">
              <a:solidFill>
                <a:schemeClr val="accent2"/>
              </a:solidFill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79F4525-BE98-ED2F-8731-A2F4885D0E85}"/>
              </a:ext>
            </a:extLst>
          </p:cNvPr>
          <p:cNvSpPr txBox="1"/>
          <p:nvPr/>
        </p:nvSpPr>
        <p:spPr>
          <a:xfrm>
            <a:off x="7141155" y="1634287"/>
            <a:ext cx="150896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00">
                <a:solidFill>
                  <a:schemeClr val="bg2">
                    <a:lumMod val="49000"/>
                  </a:schemeClr>
                </a:solidFill>
              </a:rPr>
              <a:t>Cost/day</a:t>
            </a:r>
            <a:endParaRPr lang="pt-PT"/>
          </a:p>
          <a:p>
            <a:pPr algn="ctr"/>
            <a:endParaRPr lang="pt-PT"/>
          </a:p>
        </p:txBody>
      </p:sp>
      <p:pic>
        <p:nvPicPr>
          <p:cNvPr id="15" name="Imagem 14" descr="Uma imagem com Retângulo, captura de ecrã, quadrado, moldura de fotografia&#10;&#10;Os conteúdos gerados por IA poderão estar incorretos.">
            <a:extLst>
              <a:ext uri="{FF2B5EF4-FFF2-40B4-BE49-F238E27FC236}">
                <a16:creationId xmlns:a16="http://schemas.microsoft.com/office/drawing/2014/main" id="{E7BC59DD-555E-8496-D6EB-C5C82E795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542" y="2461857"/>
            <a:ext cx="3460082" cy="2489535"/>
          </a:xfrm>
          <a:prstGeom prst="rect">
            <a:avLst/>
          </a:prstGeom>
        </p:spPr>
      </p:pic>
      <p:pic>
        <p:nvPicPr>
          <p:cNvPr id="2" name="Imagem 1" descr="Uma imagem com captura de ecrã, laranja, Retângulo&#10;&#10;Os conteúdos gerados por IA poderão estar incorretos.">
            <a:extLst>
              <a:ext uri="{FF2B5EF4-FFF2-40B4-BE49-F238E27FC236}">
                <a16:creationId xmlns:a16="http://schemas.microsoft.com/office/drawing/2014/main" id="{50DCDBF5-DC4A-3E5F-3866-293575070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48" y="2533045"/>
            <a:ext cx="3256548" cy="38701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5C17C5B-16D8-23CA-2026-787E2538DCC1}"/>
              </a:ext>
            </a:extLst>
          </p:cNvPr>
          <p:cNvSpPr txBox="1"/>
          <p:nvPr/>
        </p:nvSpPr>
        <p:spPr>
          <a:xfrm>
            <a:off x="710313" y="3049901"/>
            <a:ext cx="1268329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>
                <a:solidFill>
                  <a:schemeClr val="bg2">
                    <a:lumMod val="49000"/>
                  </a:schemeClr>
                </a:solidFill>
              </a:rPr>
              <a:t>Mean Cost</a:t>
            </a:r>
            <a:endParaRPr lang="en-US" sz="1500">
              <a:solidFill>
                <a:schemeClr val="bg2">
                  <a:lumMod val="49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F4FADFE-B827-6242-A7E7-098ED6714557}"/>
              </a:ext>
            </a:extLst>
          </p:cNvPr>
          <p:cNvSpPr txBox="1"/>
          <p:nvPr/>
        </p:nvSpPr>
        <p:spPr>
          <a:xfrm>
            <a:off x="1402129" y="2553599"/>
            <a:ext cx="1428750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Base Scenario</a:t>
            </a:r>
            <a:endParaRPr lang="en-US" sz="1600" b="1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38CCF69-52C2-3E00-70D3-674617DA0D8C}"/>
              </a:ext>
            </a:extLst>
          </p:cNvPr>
          <p:cNvSpPr txBox="1"/>
          <p:nvPr/>
        </p:nvSpPr>
        <p:spPr>
          <a:xfrm>
            <a:off x="675220" y="3370744"/>
            <a:ext cx="4572000" cy="7848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>
                <a:solidFill>
                  <a:schemeClr val="accent2"/>
                </a:solidFill>
              </a:rPr>
              <a:t>33M€</a:t>
            </a:r>
            <a:endParaRPr lang="en-US" sz="2700">
              <a:solidFill>
                <a:schemeClr val="accent2"/>
              </a:solidFill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8CA306F-1A3D-E1EE-7DE3-2C8CE79E4605}"/>
              </a:ext>
            </a:extLst>
          </p:cNvPr>
          <p:cNvSpPr txBox="1"/>
          <p:nvPr/>
        </p:nvSpPr>
        <p:spPr>
          <a:xfrm>
            <a:off x="695273" y="3942244"/>
            <a:ext cx="4572000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tx1">
                    <a:lumMod val="49000"/>
                    <a:lumOff val="51000"/>
                  </a:schemeClr>
                </a:solidFill>
              </a:rPr>
              <a:t>P(&gt; 33M€)</a:t>
            </a:r>
            <a:endParaRPr lang="en-US" sz="1600">
              <a:solidFill>
                <a:schemeClr val="tx1">
                  <a:lumMod val="49000"/>
                  <a:lumOff val="51000"/>
                </a:schemeClr>
              </a:solidFill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7A900CE-E591-F51D-F71A-8121AC0CD143}"/>
              </a:ext>
            </a:extLst>
          </p:cNvPr>
          <p:cNvSpPr txBox="1"/>
          <p:nvPr/>
        </p:nvSpPr>
        <p:spPr>
          <a:xfrm>
            <a:off x="710312" y="4248046"/>
            <a:ext cx="4572000" cy="5078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>
                <a:solidFill>
                  <a:schemeClr val="accent2"/>
                </a:solidFill>
              </a:rPr>
              <a:t>22.7%</a:t>
            </a:r>
            <a:endParaRPr lang="pt-PT">
              <a:solidFill>
                <a:schemeClr val="accent2"/>
              </a:solidFill>
            </a:endParaRPr>
          </a:p>
        </p:txBody>
      </p:sp>
      <p:pic>
        <p:nvPicPr>
          <p:cNvPr id="28" name="Imagem 27" descr="Uma imagem com Retângulo, captura de ecrã, moldura de fotografia, quadrado&#10;&#10;Os conteúdos gerados por IA poderão estar incorretos.">
            <a:extLst>
              <a:ext uri="{FF2B5EF4-FFF2-40B4-BE49-F238E27FC236}">
                <a16:creationId xmlns:a16="http://schemas.microsoft.com/office/drawing/2014/main" id="{6E0F3454-6906-A35B-2E90-3868885197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4591" y="2467477"/>
            <a:ext cx="3448672" cy="2483225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8BA95947-BE78-B9B4-4204-5D38EAEB76A1}"/>
              </a:ext>
            </a:extLst>
          </p:cNvPr>
          <p:cNvSpPr txBox="1"/>
          <p:nvPr/>
        </p:nvSpPr>
        <p:spPr>
          <a:xfrm>
            <a:off x="5527957" y="3039874"/>
            <a:ext cx="1268329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>
                <a:solidFill>
                  <a:schemeClr val="bg2">
                    <a:lumMod val="49000"/>
                  </a:schemeClr>
                </a:solidFill>
              </a:rPr>
              <a:t>Mean Cost</a:t>
            </a:r>
            <a:endParaRPr lang="en-US" sz="1500">
              <a:solidFill>
                <a:schemeClr val="bg2">
                  <a:lumMod val="49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9FA36D8-FFC0-DC1C-DBB2-5115E17A6423}"/>
              </a:ext>
            </a:extLst>
          </p:cNvPr>
          <p:cNvSpPr txBox="1"/>
          <p:nvPr/>
        </p:nvSpPr>
        <p:spPr>
          <a:xfrm>
            <a:off x="6189695" y="2548585"/>
            <a:ext cx="1854867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Stress test + 10%</a:t>
            </a:r>
            <a:endParaRPr lang="pt-PT">
              <a:solidFill>
                <a:schemeClr val="bg1"/>
              </a:solidFill>
            </a:endParaRPr>
          </a:p>
          <a:p>
            <a:pPr algn="ctr"/>
            <a:endParaRPr lang="pt-PT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B5897F0-3BBF-E644-F99D-8B5D5CDEE162}"/>
              </a:ext>
            </a:extLst>
          </p:cNvPr>
          <p:cNvSpPr txBox="1"/>
          <p:nvPr/>
        </p:nvSpPr>
        <p:spPr>
          <a:xfrm>
            <a:off x="5492864" y="3360717"/>
            <a:ext cx="4572000" cy="7848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>
                <a:solidFill>
                  <a:schemeClr val="accent2"/>
                </a:solidFill>
              </a:rPr>
              <a:t>33M€</a:t>
            </a:r>
            <a:endParaRPr lang="en-US" sz="2700">
              <a:solidFill>
                <a:schemeClr val="accent2"/>
              </a:solidFill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79328D0F-3C42-8962-6A74-289B988A85DE}"/>
              </a:ext>
            </a:extLst>
          </p:cNvPr>
          <p:cNvSpPr txBox="1"/>
          <p:nvPr/>
        </p:nvSpPr>
        <p:spPr>
          <a:xfrm>
            <a:off x="5512917" y="3932217"/>
            <a:ext cx="4572000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tx1">
                    <a:lumMod val="49000"/>
                    <a:lumOff val="51000"/>
                  </a:schemeClr>
                </a:solidFill>
              </a:rPr>
              <a:t>P(&gt; 33M€)</a:t>
            </a:r>
            <a:endParaRPr lang="en-US" sz="1600">
              <a:solidFill>
                <a:schemeClr val="tx1">
                  <a:lumMod val="49000"/>
                  <a:lumOff val="51000"/>
                </a:schemeClr>
              </a:solidFill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9E838B48-F2F0-0B09-A7A9-73AD03CFD84D}"/>
              </a:ext>
            </a:extLst>
          </p:cNvPr>
          <p:cNvSpPr txBox="1"/>
          <p:nvPr/>
        </p:nvSpPr>
        <p:spPr>
          <a:xfrm>
            <a:off x="5527956" y="4238019"/>
            <a:ext cx="4572000" cy="5078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>
                <a:solidFill>
                  <a:schemeClr val="accent2"/>
                </a:solidFill>
              </a:rPr>
              <a:t>73.1%</a:t>
            </a:r>
            <a:endParaRPr lang="pt-PT">
              <a:solidFill>
                <a:schemeClr val="accent2"/>
              </a:solidFill>
            </a:endParaRPr>
          </a:p>
        </p:txBody>
      </p:sp>
      <p:pic>
        <p:nvPicPr>
          <p:cNvPr id="27" name="Imagem 26" descr="Uma imagem com captura de ecrã, Retângulo, encarnado&#10;&#10;Os conteúdos gerados por IA poderão estar incorretos.">
            <a:extLst>
              <a:ext uri="{FF2B5EF4-FFF2-40B4-BE49-F238E27FC236}">
                <a16:creationId xmlns:a16="http://schemas.microsoft.com/office/drawing/2014/main" id="{57085DB6-5C7E-5F44-562B-F4117125F5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1166" y="2543071"/>
            <a:ext cx="3246522" cy="382003"/>
          </a:xfrm>
          <a:prstGeom prst="rect">
            <a:avLst/>
          </a:prstGeom>
        </p:spPr>
      </p:pic>
      <p:sp>
        <p:nvSpPr>
          <p:cNvPr id="29" name="CaixaDeTexto 28">
            <a:extLst>
              <a:ext uri="{FF2B5EF4-FFF2-40B4-BE49-F238E27FC236}">
                <a16:creationId xmlns:a16="http://schemas.microsoft.com/office/drawing/2014/main" id="{09EAA137-78AA-31C3-F655-FEE7F2967271}"/>
              </a:ext>
            </a:extLst>
          </p:cNvPr>
          <p:cNvSpPr txBox="1"/>
          <p:nvPr/>
        </p:nvSpPr>
        <p:spPr>
          <a:xfrm>
            <a:off x="6181051" y="2558524"/>
            <a:ext cx="1842594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Stress test + 10%</a:t>
            </a:r>
            <a:endParaRPr lang="pt-PT">
              <a:solidFill>
                <a:schemeClr val="bg1"/>
              </a:solidFill>
            </a:endParaRPr>
          </a:p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51734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60520" cy="128016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50292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4E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429768" y="1280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📏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960120" y="960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individual-level data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960120" y="116043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daily counts only - we cannot distinguish workers using convenience ADD from genuinely ill ones. Association ≠ individual behaviour.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4800600" y="868680"/>
            <a:ext cx="4160520" cy="128016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0" name="Shape 8"/>
          <p:cNvSpPr/>
          <p:nvPr/>
        </p:nvSpPr>
        <p:spPr>
          <a:xfrm>
            <a:off x="4800600" y="868680"/>
            <a:ext cx="50292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4E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4864608" y="1280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🧮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5394960" y="960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assumption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5394960" y="1141786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€150/day is a literature-based placeholder. Results should be re-run with sector-specific </a:t>
            </a:r>
            <a:r>
              <a:rPr lang="en-US" sz="95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</a:t>
            </a:r>
            <a:r>
              <a:rPr lang="en-US" sz="95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cost data.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4160520" cy="128016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50292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4E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429768" y="2697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🗺️</a:t>
            </a:r>
            <a:endParaRPr lang="en-US" sz="1800"/>
          </a:p>
        </p:txBody>
      </p:sp>
      <p:sp>
        <p:nvSpPr>
          <p:cNvPr id="17" name="Text 15"/>
          <p:cNvSpPr/>
          <p:nvPr/>
        </p:nvSpPr>
        <p:spPr>
          <a:xfrm>
            <a:off x="96012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aggregation</a:t>
            </a: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960120" y="2574036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heterogeneity (evident in the dashboard) is not captured in the national model - future work could use region-stratified models.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4800600" y="2286000"/>
            <a:ext cx="4160520" cy="128016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0" name="Shape 18"/>
          <p:cNvSpPr/>
          <p:nvPr/>
        </p:nvSpPr>
        <p:spPr>
          <a:xfrm>
            <a:off x="4800600" y="2286000"/>
            <a:ext cx="50292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4E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4864608" y="2697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⏳</a:t>
            </a:r>
            <a:endParaRPr lang="en-US" sz="1800"/>
          </a:p>
        </p:txBody>
      </p:sp>
      <p:sp>
        <p:nvSpPr>
          <p:cNvPr id="22" name="Text 20"/>
          <p:cNvSpPr/>
          <p:nvPr/>
        </p:nvSpPr>
        <p:spPr>
          <a:xfrm>
            <a:off x="539496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time series</a:t>
            </a:r>
            <a:endParaRPr lang="en-US" sz="1150"/>
          </a:p>
        </p:txBody>
      </p:sp>
      <p:sp>
        <p:nvSpPr>
          <p:cNvPr id="23" name="Text 21"/>
          <p:cNvSpPr/>
          <p:nvPr/>
        </p:nvSpPr>
        <p:spPr>
          <a:xfrm>
            <a:off x="5394960" y="25831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system started in May 2023. Only ~3-4 flu seasons are available, limiting the stability of annual Fourier terms and long-horizon forecasts.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4160520" cy="128016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5" name="Shape 23"/>
          <p:cNvSpPr/>
          <p:nvPr/>
        </p:nvSpPr>
        <p:spPr>
          <a:xfrm>
            <a:off x="365760" y="3703320"/>
            <a:ext cx="50292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4E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429768" y="4114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🔗</a:t>
            </a:r>
            <a:endParaRPr lang="en-US" sz="1800"/>
          </a:p>
        </p:txBody>
      </p:sp>
      <p:sp>
        <p:nvSpPr>
          <p:cNvPr id="27" name="Text 25"/>
          <p:cNvSpPr/>
          <p:nvPr/>
        </p:nvSpPr>
        <p:spPr>
          <a:xfrm>
            <a:off x="960120" y="3794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Confounding</a:t>
            </a:r>
            <a:endParaRPr lang="en-US" sz="1150"/>
          </a:p>
        </p:txBody>
      </p:sp>
      <p:sp>
        <p:nvSpPr>
          <p:cNvPr id="28" name="Text 26"/>
          <p:cNvSpPr/>
          <p:nvPr/>
        </p:nvSpPr>
        <p:spPr>
          <a:xfrm>
            <a:off x="960120" y="39776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drivers (remote work policy, sector, age) are unmeasured. Calendar dummies may absorb unrelated behavioural changes.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4800600" y="3703320"/>
            <a:ext cx="4160520" cy="128016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0" name="Shape 28"/>
          <p:cNvSpPr/>
          <p:nvPr/>
        </p:nvSpPr>
        <p:spPr>
          <a:xfrm>
            <a:off x="4800600" y="3703320"/>
            <a:ext cx="50292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4E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1" name="Text 29"/>
          <p:cNvSpPr/>
          <p:nvPr/>
        </p:nvSpPr>
        <p:spPr>
          <a:xfrm>
            <a:off x="4864608" y="4114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📡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5394960" y="3794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uncertainty (v3)</a:t>
            </a:r>
            <a:endParaRPr lang="en-US" sz="1150"/>
          </a:p>
        </p:txBody>
      </p:sp>
      <p:sp>
        <p:nvSpPr>
          <p:cNvPr id="33" name="Text 31"/>
          <p:cNvSpPr/>
          <p:nvPr/>
        </p:nvSpPr>
        <p:spPr>
          <a:xfrm>
            <a:off x="5394960" y="4002928"/>
            <a:ext cx="347472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4-year cost projections assume constant ADD growth and β stability. 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4572000" cy="5088636"/>
          </a:xfrm>
          <a:prstGeom prst="rect">
            <a:avLst/>
          </a:prstGeom>
          <a:solidFill>
            <a:srgbClr val="051526"/>
          </a:solidFill>
          <a:ln w="12700">
            <a:solidFill>
              <a:srgbClr val="05152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47472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804671" y="937260"/>
            <a:ext cx="35973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use is real and statistically significant - Mondays and Wednesdays show excess ADD volumes not explained by flu.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365760" y="1764792"/>
            <a:ext cx="347472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365760" y="17647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804672" y="170992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SARIMAX + Fourier model cleanly separates clinical from behavioural demand, providing robust β estimates.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365760" y="2569464"/>
            <a:ext cx="347472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365760" y="25694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804672" y="25146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impact is estimable but depends on labour cost assumptions - transparency on inputs is essential.</a:t>
            </a:r>
            <a:endParaRPr lang="en-US" sz="1000"/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3E97A29C-CCD7-B630-6C11-CADDA43267FE}"/>
              </a:ext>
            </a:extLst>
          </p:cNvPr>
          <p:cNvGrpSpPr/>
          <p:nvPr/>
        </p:nvGrpSpPr>
        <p:grpSpPr>
          <a:xfrm>
            <a:off x="365760" y="3240864"/>
            <a:ext cx="3959351" cy="457200"/>
            <a:chOff x="365760" y="4114800"/>
            <a:chExt cx="3959351" cy="457200"/>
          </a:xfrm>
        </p:grpSpPr>
        <p:sp>
          <p:nvSpPr>
            <p:cNvPr id="17" name="Shape 15"/>
            <p:cNvSpPr/>
            <p:nvPr/>
          </p:nvSpPr>
          <p:spPr>
            <a:xfrm>
              <a:off x="365760" y="4178808"/>
              <a:ext cx="347472" cy="347472"/>
            </a:xfrm>
            <a:prstGeom prst="rect">
              <a:avLst/>
            </a:prstGeom>
            <a:solidFill>
              <a:srgbClr val="02C39A"/>
            </a:solidFill>
            <a:ln w="12700">
              <a:solidFill>
                <a:srgbClr val="02C39A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8" name="Text 16"/>
            <p:cNvSpPr/>
            <p:nvPr/>
          </p:nvSpPr>
          <p:spPr>
            <a:xfrm>
              <a:off x="365760" y="4178808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>
                  <a:solidFill>
                    <a:srgbClr val="0A23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04</a:t>
              </a:r>
              <a:endParaRPr lang="en-US" sz="900"/>
            </a:p>
          </p:txBody>
        </p:sp>
        <p:sp>
          <p:nvSpPr>
            <p:cNvPr id="19" name="Text 17"/>
            <p:cNvSpPr/>
            <p:nvPr/>
          </p:nvSpPr>
          <p:spPr>
            <a:xfrm>
              <a:off x="804671" y="4114800"/>
              <a:ext cx="35204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D0E8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ADD system needs policy attention: exploit-prevention rules or co-payment mechanisms could reduce abuse.</a:t>
              </a:r>
              <a:endParaRPr lang="en-US" sz="1000"/>
            </a:p>
          </p:txBody>
        </p:sp>
      </p:grpSp>
      <p:sp>
        <p:nvSpPr>
          <p:cNvPr id="20" name="Shape 18"/>
          <p:cNvSpPr/>
          <p:nvPr/>
        </p:nvSpPr>
        <p:spPr>
          <a:xfrm>
            <a:off x="4754880" y="658368"/>
            <a:ext cx="4114800" cy="20137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4937760" y="960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4937760" y="14173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 mechanism - designed to reduce pressure on primary care - is being used strategically. Our model quantifies this effect for the first time using national open data.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>
          <a:xfrm>
            <a:off x="4754880" y="3001336"/>
            <a:ext cx="4114800" cy="1371600"/>
          </a:xfrm>
          <a:prstGeom prst="rect">
            <a:avLst/>
          </a:prstGeom>
          <a:solidFill>
            <a:srgbClr val="051526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4" name="Text 22"/>
          <p:cNvSpPr/>
          <p:nvPr/>
        </p:nvSpPr>
        <p:spPr>
          <a:xfrm>
            <a:off x="4937760" y="309277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GitHub Repository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4937760" y="3504256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>
                <a:solidFill>
                  <a:srgbClr val="7F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</a:t>
            </a:r>
            <a:r>
              <a:rPr lang="en-US" sz="1000" err="1">
                <a:solidFill>
                  <a:srgbClr val="7F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FilipaTC</a:t>
            </a:r>
            <a:r>
              <a:rPr lang="en-US" sz="1000">
                <a:solidFill>
                  <a:srgbClr val="7F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000" err="1">
                <a:solidFill>
                  <a:srgbClr val="7F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lab_work</a:t>
            </a:r>
            <a:r>
              <a:rPr lang="en-US" sz="1000">
                <a:solidFill>
                  <a:srgbClr val="7F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5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 ·  prompts.md  ·  R pipeline  ·  Power BI .</a:t>
            </a:r>
            <a:r>
              <a:rPr lang="en-US" sz="1000" err="1">
                <a:solidFill>
                  <a:srgbClr val="5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pbix</a:t>
            </a:r>
            <a:r>
              <a:rPr lang="en-US" sz="1000">
                <a:solidFill>
                  <a:srgbClr val="5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Data CSVs</a:t>
            </a:r>
            <a:endParaRPr lang="en-US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3960C-0D70-D971-9F31-4131AA9AF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BFF8429-60D5-7672-8206-EC672A830A45}"/>
              </a:ext>
            </a:extLst>
          </p:cNvPr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800" b="1">
                <a:solidFill>
                  <a:srgbClr val="0A2342"/>
                </a:solidFill>
                <a:latin typeface="Calibri"/>
                <a:ea typeface="Calibri"/>
                <a:cs typeface="Calibri"/>
              </a:rPr>
              <a:t>Projection </a:t>
            </a:r>
            <a:endParaRPr lang="pt-PT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5F7C1637-4651-DD8A-8F71-1F14C938942B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2" name="Imagem 1" descr="Uma imagem com quadrado, Retângulo, Simetria, padrão&#10;&#10;Os conteúdos gerados por IA poderão estar incorretos.">
            <a:extLst>
              <a:ext uri="{FF2B5EF4-FFF2-40B4-BE49-F238E27FC236}">
                <a16:creationId xmlns:a16="http://schemas.microsoft.com/office/drawing/2014/main" id="{D0EAA70C-5697-0282-100B-6A425EC20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41" y="1004042"/>
            <a:ext cx="8858250" cy="349333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F24684E-1D22-EAE2-C910-7C6FD69C9999}"/>
              </a:ext>
            </a:extLst>
          </p:cNvPr>
          <p:cNvSpPr txBox="1"/>
          <p:nvPr/>
        </p:nvSpPr>
        <p:spPr>
          <a:xfrm>
            <a:off x="671071" y="1183105"/>
            <a:ext cx="188097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accent1">
                    <a:lumMod val="76000"/>
                  </a:schemeClr>
                </a:solidFill>
              </a:rPr>
              <a:t>Time </a:t>
            </a:r>
            <a:r>
              <a:rPr lang="en-US" sz="1600" b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Horizon</a:t>
            </a:r>
            <a:endParaRPr lang="en-US" sz="1600" b="1">
              <a:solidFill>
                <a:schemeClr val="accent1">
                  <a:lumMod val="76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E6B4A83-E1B9-2A7B-28A4-A276D66D4D7E}"/>
              </a:ext>
            </a:extLst>
          </p:cNvPr>
          <p:cNvSpPr txBox="1"/>
          <p:nvPr/>
        </p:nvSpPr>
        <p:spPr>
          <a:xfrm>
            <a:off x="3673433" y="1183104"/>
            <a:ext cx="188097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accent6">
                    <a:lumMod val="49000"/>
                  </a:schemeClr>
                </a:solidFill>
              </a:rPr>
              <a:t>Future Gripe</a:t>
            </a:r>
            <a:endParaRPr lang="pt-PT">
              <a:solidFill>
                <a:schemeClr val="accent6">
                  <a:lumMod val="49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33824F4-685C-C297-2E3F-E2C674ED2786}"/>
              </a:ext>
            </a:extLst>
          </p:cNvPr>
          <p:cNvSpPr txBox="1"/>
          <p:nvPr/>
        </p:nvSpPr>
        <p:spPr>
          <a:xfrm>
            <a:off x="625089" y="2987841"/>
            <a:ext cx="188097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accent2"/>
                </a:solidFill>
              </a:rPr>
              <a:t>Fourier Terms</a:t>
            </a:r>
            <a:endParaRPr lang="pt-PT">
              <a:solidFill>
                <a:schemeClr val="accent2"/>
              </a:solidFill>
              <a:ea typeface="Calibri"/>
              <a:cs typeface="Calibri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B45CBAB-C16B-12D0-E026-DA2653891CFB}"/>
              </a:ext>
            </a:extLst>
          </p:cNvPr>
          <p:cNvSpPr txBox="1"/>
          <p:nvPr/>
        </p:nvSpPr>
        <p:spPr>
          <a:xfrm>
            <a:off x="6653497" y="1163397"/>
            <a:ext cx="188097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7030A0"/>
                </a:solidFill>
              </a:rPr>
              <a:t>Calendar Dummies</a:t>
            </a:r>
            <a:endParaRPr lang="pt-PT">
              <a:solidFill>
                <a:srgbClr val="7030A0"/>
              </a:solidFill>
              <a:ea typeface="Calibri"/>
              <a:cs typeface="Calibri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FCE2E2A-55A1-B7B6-896F-5876D663C61F}"/>
              </a:ext>
            </a:extLst>
          </p:cNvPr>
          <p:cNvSpPr txBox="1"/>
          <p:nvPr/>
        </p:nvSpPr>
        <p:spPr>
          <a:xfrm>
            <a:off x="3722701" y="2987842"/>
            <a:ext cx="188097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0070C0"/>
                </a:solidFill>
              </a:rPr>
              <a:t>Confidence Interval</a:t>
            </a:r>
            <a:endParaRPr lang="en-US" sz="1600" b="1">
              <a:solidFill>
                <a:srgbClr val="0070C0"/>
              </a:solidFill>
              <a:ea typeface="Calibri"/>
              <a:cs typeface="Calibri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B6D0CC4-6E8D-CFE2-34E3-040222F10D22}"/>
              </a:ext>
            </a:extLst>
          </p:cNvPr>
          <p:cNvSpPr txBox="1"/>
          <p:nvPr/>
        </p:nvSpPr>
        <p:spPr>
          <a:xfrm>
            <a:off x="6683057" y="2987841"/>
            <a:ext cx="188097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C00000"/>
                </a:solidFill>
                <a:ea typeface="+mn-lt"/>
                <a:cs typeface="+mn-lt"/>
              </a:rPr>
              <a:t>Outliers</a:t>
            </a:r>
            <a:endParaRPr lang="pt-PT">
              <a:solidFill>
                <a:srgbClr val="C00000"/>
              </a:solidFill>
              <a:ea typeface="Calibri"/>
              <a:cs typeface="Calibri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7C3F4B3-E671-44BF-699C-C272CB57A16C}"/>
              </a:ext>
            </a:extLst>
          </p:cNvPr>
          <p:cNvSpPr txBox="1"/>
          <p:nvPr/>
        </p:nvSpPr>
        <p:spPr>
          <a:xfrm>
            <a:off x="459135" y="1574131"/>
            <a:ext cx="244780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4 full years from the last historical date</a:t>
            </a:r>
            <a:endParaRPr lang="en-US" sz="1200">
              <a:ea typeface="Calibri"/>
              <a:cs typeface="Calibri"/>
            </a:endParaRPr>
          </a:p>
          <a:p>
            <a:r>
              <a:rPr lang="en-US" sz="1200"/>
              <a:t>Daily dates: </a:t>
            </a:r>
            <a:r>
              <a:rPr lang="en-US" sz="1200" err="1"/>
              <a:t>início_prev</a:t>
            </a:r>
            <a:r>
              <a:rPr lang="en-US" sz="1200"/>
              <a:t> to </a:t>
            </a:r>
            <a:r>
              <a:rPr lang="en-US" sz="1200" err="1"/>
              <a:t>fim_prev</a:t>
            </a:r>
            <a:endParaRPr lang="en-US" sz="1200" err="1">
              <a:ea typeface="Calibri"/>
              <a:cs typeface="Calibri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18430B0-DA14-F345-33DB-3CD2E0C810B2}"/>
              </a:ext>
            </a:extLst>
          </p:cNvPr>
          <p:cNvSpPr txBox="1"/>
          <p:nvPr/>
        </p:nvSpPr>
        <p:spPr>
          <a:xfrm>
            <a:off x="3358125" y="1564277"/>
            <a:ext cx="2531126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Historical mean </a:t>
            </a:r>
            <a:r>
              <a:rPr lang="en-US" sz="1200">
                <a:ea typeface="+mn-lt"/>
                <a:cs typeface="+mn-lt"/>
              </a:rPr>
              <a:t>seasonal</a:t>
            </a:r>
            <a:r>
              <a:rPr lang="en-US" sz="1200"/>
              <a:t> profile by day-of-year</a:t>
            </a:r>
            <a:endParaRPr lang="en-US" sz="1200">
              <a:ea typeface="Calibri"/>
              <a:cs typeface="Calibri"/>
            </a:endParaRPr>
          </a:p>
          <a:p>
            <a:r>
              <a:rPr lang="en-US" sz="1200"/>
              <a:t>Fallback: day 60 (1 Mar) for 29 Feb in non-leap years</a:t>
            </a:r>
            <a:endParaRPr lang="en-US" sz="1200"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3867D4D-5634-D6C2-0BDE-74A06B7F9D11}"/>
              </a:ext>
            </a:extLst>
          </p:cNvPr>
          <p:cNvSpPr txBox="1"/>
          <p:nvPr/>
        </p:nvSpPr>
        <p:spPr>
          <a:xfrm>
            <a:off x="6336977" y="1574476"/>
            <a:ext cx="269863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+mn-lt"/>
                <a:cs typeface="+mn-lt"/>
              </a:rPr>
              <a:t>Public holidays + Tolerance days + Bridge days</a:t>
            </a:r>
            <a:endParaRPr lang="pt-PT" sz="1200">
              <a:ea typeface="Calibri"/>
              <a:cs typeface="Calibri"/>
            </a:endParaRPr>
          </a:p>
          <a:p>
            <a:r>
              <a:rPr lang="en-US" sz="1200">
                <a:ea typeface="+mn-lt"/>
                <a:cs typeface="+mn-lt"/>
              </a:rPr>
              <a:t>Computed for 2026-2030 with the same hierarchy</a:t>
            </a:r>
            <a:endParaRPr lang="en-US" sz="120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B694863A-512B-05B7-B07C-1130A483B579}"/>
              </a:ext>
            </a:extLst>
          </p:cNvPr>
          <p:cNvSpPr txBox="1"/>
          <p:nvPr/>
        </p:nvSpPr>
        <p:spPr>
          <a:xfrm>
            <a:off x="393099" y="3494170"/>
            <a:ext cx="269863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+mn-lt"/>
                <a:cs typeface="+mn-lt"/>
              </a:rPr>
              <a:t>K=5 pares, </a:t>
            </a:r>
            <a:r>
              <a:rPr lang="en-US" sz="1200" err="1">
                <a:ea typeface="+mn-lt"/>
                <a:cs typeface="+mn-lt"/>
              </a:rPr>
              <a:t>freq</a:t>
            </a:r>
            <a:r>
              <a:rPr lang="en-US" sz="1200">
                <a:ea typeface="+mn-lt"/>
                <a:cs typeface="+mn-lt"/>
              </a:rPr>
              <a:t>=365.25</a:t>
            </a:r>
            <a:endParaRPr lang="pt-PT" sz="1200">
              <a:ea typeface="Calibri"/>
              <a:cs typeface="Calibri"/>
            </a:endParaRPr>
          </a:p>
          <a:p>
            <a:r>
              <a:rPr lang="en-US" sz="1200">
                <a:ea typeface="+mn-lt"/>
                <a:cs typeface="+mn-lt"/>
              </a:rPr>
              <a:t>Continuation of the historical series (unbroken)</a:t>
            </a:r>
            <a:endParaRPr lang="en-US" sz="120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F73136A0-1BEB-BBC6-EF01-37B3774C2E60}"/>
              </a:ext>
            </a:extLst>
          </p:cNvPr>
          <p:cNvSpPr txBox="1"/>
          <p:nvPr/>
        </p:nvSpPr>
        <p:spPr>
          <a:xfrm>
            <a:off x="3467031" y="3363828"/>
            <a:ext cx="2512976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Conformally calibrated CI80 and CI95</a:t>
            </a:r>
            <a:endParaRPr lang="en-US" sz="1200">
              <a:ea typeface="Calibri"/>
              <a:cs typeface="Calibri"/>
            </a:endParaRPr>
          </a:p>
          <a:p>
            <a:r>
              <a:rPr lang="en-US" sz="1200"/>
              <a:t>Fixed half-width: q₈₀ and q̂ ADD/day</a:t>
            </a:r>
            <a:endParaRPr lang="en-US" sz="1200"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1E3CFA80-2C31-2AFB-7960-B6B4D1399C66}"/>
              </a:ext>
            </a:extLst>
          </p:cNvPr>
          <p:cNvSpPr txBox="1"/>
          <p:nvPr/>
        </p:nvSpPr>
        <p:spPr>
          <a:xfrm>
            <a:off x="6311738" y="3324502"/>
            <a:ext cx="2419022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Historical outlier dummies → 0 in the future</a:t>
            </a:r>
            <a:endParaRPr lang="en-US" sz="1200">
              <a:ea typeface="Calibri"/>
              <a:cs typeface="Calibri"/>
            </a:endParaRPr>
          </a:p>
          <a:p>
            <a:r>
              <a:rPr lang="en-US" sz="1200"/>
              <a:t>(uncertainty incorporated via conformal CI)</a:t>
            </a:r>
            <a:endParaRPr lang="en-US" sz="1200">
              <a:ea typeface="Calibri"/>
              <a:cs typeface="Calibri"/>
            </a:endParaRPr>
          </a:p>
          <a:p>
            <a:pPr algn="ctr"/>
            <a:endParaRPr lang="pt-PT"/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4240B68F-7000-FD34-1AAE-B0F7D67BE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583" y="1102895"/>
            <a:ext cx="120403" cy="1524865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B7C655C5-4F3C-C044-4072-95E1BA14D9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7409" y="1092868"/>
            <a:ext cx="145469" cy="1534892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4F48B593-4D6E-E39E-54F9-9C3EB5134C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7222" y="1087855"/>
            <a:ext cx="105364" cy="1529878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3F41CE58-200D-4C79-5BED-5C541138E9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488" y="2847663"/>
            <a:ext cx="90325" cy="1515841"/>
          </a:xfrm>
          <a:prstGeom prst="rect">
            <a:avLst/>
          </a:prstGeom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4D636EC7-2102-2E89-80BF-26F5176C4F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7410" y="2822943"/>
            <a:ext cx="140456" cy="1530881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C9891525-1D79-C0C0-B4EE-E9D3317726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2207" y="2827956"/>
            <a:ext cx="90326" cy="151082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008CAD6-A45D-C5D6-27C3-0746BD6175C6}"/>
              </a:ext>
            </a:extLst>
          </p:cNvPr>
          <p:cNvSpPr txBox="1"/>
          <p:nvPr/>
        </p:nvSpPr>
        <p:spPr>
          <a:xfrm>
            <a:off x="339945" y="1192268"/>
            <a:ext cx="46803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70C0"/>
                </a:solidFill>
              </a:rPr>
              <a:t>📅 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97FA346-6478-D337-6A7C-73FDC0D79E86}"/>
              </a:ext>
            </a:extLst>
          </p:cNvPr>
          <p:cNvSpPr txBox="1"/>
          <p:nvPr/>
        </p:nvSpPr>
        <p:spPr>
          <a:xfrm>
            <a:off x="3355099" y="1207047"/>
            <a:ext cx="40399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🩺 </a:t>
            </a:r>
          </a:p>
          <a:p>
            <a:pPr algn="ctr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BF3F924-0132-0593-8F2C-576FED436A65}"/>
              </a:ext>
            </a:extLst>
          </p:cNvPr>
          <p:cNvSpPr txBox="1"/>
          <p:nvPr/>
        </p:nvSpPr>
        <p:spPr>
          <a:xfrm>
            <a:off x="6340693" y="1182413"/>
            <a:ext cx="423699" cy="3742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📆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4CAE699-A9CD-BB8C-D6BA-2BC175335BDD}"/>
              </a:ext>
            </a:extLst>
          </p:cNvPr>
          <p:cNvSpPr txBox="1"/>
          <p:nvPr/>
        </p:nvSpPr>
        <p:spPr>
          <a:xfrm>
            <a:off x="344872" y="2995447"/>
            <a:ext cx="394138" cy="3742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〰️ 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C30D142-8F6D-BE0F-8106-8B9CDAD97301}"/>
              </a:ext>
            </a:extLst>
          </p:cNvPr>
          <p:cNvSpPr txBox="1"/>
          <p:nvPr/>
        </p:nvSpPr>
        <p:spPr>
          <a:xfrm>
            <a:off x="3404367" y="2980667"/>
            <a:ext cx="394138" cy="3742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📊 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1BFAF01-BB3F-6698-D3DA-0F7CB94C33CE}"/>
              </a:ext>
            </a:extLst>
          </p:cNvPr>
          <p:cNvSpPr txBox="1"/>
          <p:nvPr/>
        </p:nvSpPr>
        <p:spPr>
          <a:xfrm>
            <a:off x="6330841" y="2965887"/>
            <a:ext cx="40399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⚠️ </a:t>
            </a:r>
          </a:p>
        </p:txBody>
      </p:sp>
    </p:spTree>
    <p:extLst>
      <p:ext uri="{BB962C8B-B14F-4D97-AF65-F5344CB8AC3E}">
        <p14:creationId xmlns:p14="http://schemas.microsoft.com/office/powerpoint/2010/main" val="2589345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137426D8-2B3C-4C87-A1E8-5319E7E3D80E}">
  <we:reference id="wa200003233" version="2.0.0.3" store="pt-PT" storeType="OMEX"/>
  <we:alternateReferences>
    <we:reference id="WA200003233" version="2.0.0.3" store="WA200003233" storeType="OMEX"/>
  </we:alternateReferences>
  <we:properties>
    <we:property name="reportUrl" value="&quot;/links/idtQHTEZUq?ctid=22c84608-f01d-46c5-8024-63cc962e5f51&amp;pbi_source=linkShare&quot;"/>
    <we:property name="reportName" value="&quot;Dashboard&quot;"/>
    <we:property name="reportState" value="&quot;CONNECTED&quot;"/>
    <we:property name="embedUrl" value="&quot;/reportEmbed?reportId=be4cbf48-6e9d-4431-abf4-d5e0e5372239&amp;config=eyJjbHVzdGVyVXJsIjoiaHR0cHM6Ly9XQUJJLU5PUlRILUVVUk9QRS1yZWRpcmVjdC5hbmFseXNpcy53aW5kb3dzLm5ldCIsImVtYmVkRmVhdHVyZXMiOnsidXNhZ2VNZXRyaWNzVk5leHQiOnRydWV9fQ%3D%3D&amp;disableSensitivityBanner=true&amp;storytellingChangeViewModeShortcutKeys=true&quot;"/>
    <we:property name="pageDisplayName" value="&quot;Página 1&quot;"/>
    <we:property name="datasetId" value="&quot;cb8db9b8-f82a-4ead-9da0-94686a9e3964&quot;"/>
    <we:property name="backgroundColor" value="&quot;#3A3A3A&quot;"/>
    <we:property name="bookmark" value="&quot;H4sIAAAAAAAAA+1a227bRhD9FYN5cAvIxfJO+s2xHDSokxqx4T4UhjHcHUqbUqSyXDl2An1NHwr0N/JjnV1SjixTlm+NAseCAIl7mZ3LmcuO9NkRsh4XcPEWRuhsO29AcRCV2nCdnlM2Y0nGkcVuzlmQIhN5goFHs9VYy6qsne3PjgY1QH0s6wkUhhAN/ulgHoHPojRgDJJQAIvD1DnpOVAUBzAwa3Ioauw5Y1R1VUIhP2FDgqa0muC05+D5uKgUmIMONWg0h53RcnomxtxffOIDuJZneIhcN6MMswh5zmNIkwATkYnQLKubBZbfziU0nstCE3XzNbvYOx8rkuPzTA1RzMM0TfzIY8jDiLHQqkFfjM3sLnE3qJTkUNBgQ8jQOZ5x6/WcV6oaWYqtsgWt3Cu11Bfm4ZS2YilAyYrGjyxZNiWF/TFEhXbfblUK2YhJRCptPgybWNft4Ovy6ljd7ismo/L66sNqoji+w/zrg2VrSqo/UBUZxrLWBw00RqwcQzGx1iWi+5JEJGmNkGaYFpaTojALT6bmddIYcO68W/HRrZFulnrOsPq4q5CUL5xt1x55ZjFEqtIgy9aamCd55LvI0PWCDKM49bPlBm9NuiPOoORorHRVjJ3BQOEAZobYe4CML4jPelJoqE8HStKxC3J2Tb+alC3W2aIG2LT3bdnf6fcXWf6gxSkI8Sis/ioJYooPL/bxDIvrXF3OX5+acXRM8GkCSIvve4Kv9VlL7ss/X/42TtoFyDmW2u8fJhI2BG6YJbVd00rj7JTVNRDP6+VqUPmhVHOkJOURrfBZQd0KevPl3/pG3fyoTtWX1zMDs5mhluWgaGsMW0nYb02mdWoN/C8UO7RldwhKmwone09Fg8kO01mZQcy9nyskWvxd2LTxxPXaBqsnL+d85DGFTM+Jg5hFPsRRGIJwfQzDJFhZPdwUmh6eZA/x/ObU8d1n/5UOOZbY6YiVEqheNi7Xl2pW91N9vfddCGrq5NXB4tEg0EAUk8zjvhfTXYsLL0zjCOM1Q3SgJuPqFPWls94dqkrq4Qi15OZpH3O9XgC/k4OhZeGQ03KxdwYd0W997FmuyL4n5uF32gC6Inv79/A9Xkxqwg2Kl6Du4oTuohM+Ooy+lXctHNt6Gfci18UoYwHEnLFYZGK5l836BixxOaQQZLQtDHwes/BhfYNivm+wX9FWymJ4BFmBp3Em0M+TdCtK3WArSHi6lbh5tJWlURIyP8gx9dfbXigWVd0UFg/vLjzxuqTzsthzOPAhiv7XLl5jE2mBWZuQ8Fo0njgaEzv1zC9nT7/JsiE0i6938537wK/T/nPhdbntrRde7Vj+dAyfZPWzYwDxfC98vjjf9+K8+oJYSE6xeT4ROiNUAyudMJwYvxs33Em083SpVLrfNq7RJoZOeNN2KnNGuOkxz99iLr2PGNu2702nyT2luDMh1+sgNKrEKiqbfZJCVB/LTaeNtcsuwJch+8nDps1SVoXMdwWEIYcwEyl3A4rB3pqrbS2pXCHqAxw98XuhqMqJfr4Z3hoLDWQzNw895CJKE8aSNPMDse4L4pIexnMgfmAgfuTWAhdhzgB44iY+JEngB0G4ZuSsaC08I2jtCOq8Pvup62Usi03/FFIuCEupVe2NthoCfV6J9FaHXf8uWIXKpcnvDUI9UbcuOF4cVONTWiUFlnr5b7YbY/NHCsbYxhCye5fjdzMGXcOwgHc4kBXWi5yZYVMNfRtWbvr9vvuXz5WOW8jyTk3hB/ajVkvwf6T01ae27uQnWe75AU+Q+X6UZe4t3Enjuc6q80WHsgS7omE10fUYOB5AiR1RkfABpUCxIgrZf/pcBqDp9D+nFxbldyQAAA==&quot;"/>
    <we:property name="initialStateBookmark" value="&quot;H4sIAAAAAAAAA+1a227bOBD9lUB9yC7gLKi7lDc3TrFFkzZIguzDoghG5MhmV5ZcikqTFv6afVhgf6M/tkNJTh1HjnPbukhjGLBJkcO5nLlw7C+WkOUkg4u3MEZr29oHxUEUasO2elbezL189+7Nfv/wzenb/v4uTRcTLYu8tLa/WBrUEPWJLCvIDAWa/PN9z4IsO4ChGaWQldizJqjKIodMfsZmMT3SqsJpz8LzSVYoMCSPNGg0ZM9oOY3pbPs3l04EruUZHiHXzSzDJECe8hDiyMNIJMI3y8pmQc1Z5xKaT2Wmibr5mlzsnk8UcfxlJmkQcj+OIzdwGHI/YMz3HKKrLybm6Q5xNyyU5JDRZEPI0DmZcev0rFeqGNcUW30KWrmba6kvzOCUtmIuQMmC5o9rsmxKCvtjhArrfTtFLmQjJhEptPkwbGJZtpOv86tzZbsvq8b59dVHRaU4HmL6bVCzNSXVH6iCDFOzNgANNEesnEBW1XYkonuSRCRpjZBmmhbmVZaZhe+n5vW+MeDcebfio1sj3Sz1rFHxaUchKV9Y23Z95FmNIVKVBpm31sQ0SgPXRoa24yUYhLGbLDd4a9K+OIOco7HSVTH6w6HCIcwMsfsAGV8Qn2WVaShPh0rSsQtydj1+VeUt1tmiBti0933Z7w8Giyx/1OIUhHgUVn+XBDHFRxd7eIbZda4un19/NOPohODTBJAW3/cEX+uzNbmv/3z92zhpFyDnWGq/f6wkbAjcMEvKek0rjdXPi2sgntfL1aDyU6nmWEnKGFrhs4K6FbT/9d/yRt38rE41kNczA6szQynzYdbWGHUlUX9rMq1VauB/oejTlp0RKG1qmeQDFQ0mO0xnZQYx92GukGjxd1GnjSeu1zZYPXk55yOPKWR6VuiFLHAhDHwfhO2i70feyurhptD08CR7hOc3p44fPvuvdMiJxE5HLJRA9bJxuYFUs7qf6uvdH0JQUyevDhaPBoEGohglDnedkDHgwvHjMMBwzRAdqmpSnKK+dNa7Q1VJPRqjltyM9jDV6wXwoRyOahaOOC0Xu2fQEf3Wx17Nlbljm8E72gC6IHu79/A9nlUl4QbFS1B3cUJ70QkfHUbfy7sWjm29jDuBbWOQMA9CzlgoErHcy2Z9AxbZHGLwEtrmey4Pmf+wvkE23zfYK2grZTE8hiTD0zAR6KZRvBXEtrflRTzeiuw02EriIPKZ66UYu+ttL2SLqm4Ki4d3F554XdJ5WexZHPgIxeBbo66xiayBWZqQ8Fo0njieEDvlzC9nozcybwjN4uvdfOc+8Ou0/1x4XW772guvNiV/OYHPsvjVMoB4vhc+X5zve3FefUHMJKfYPJ8IrTGqYS2dMJwYv5s03Emsn9OlUulB27jGOjF0wpu2U5kzxk2HOe4Ws+l9zNh2/d60mtyTizsTsp0OQuNCrKKyOSApRPEp37TaWLvsAnwZsp88bNosVauQubYA3+fgJyLmtkcx2Flzta0llStEfYjjJ34vFEVe6eeb4a2x0EA2sVPfQS6COGIsihPXE+u+IC7pYTwH4gcG4kduLXDhpwyAR3bkQhR5ruf5a0bOitbCM4LWjqDO67Mb207CktD0TyHmgrAU16q90VYjoM8rkb7WYRqAy4LYYwwiXwAL/XglKpcmv32EslK3LjheHBSTU1olBeZ6+W+2GxPzXwnG2MYIknuX43czBl3DMINDHMoCy0XOzLSphr4PKzf9ft/9y+dKx81kfqem8AP7Uasl+D9S+upTW3dyoyR1XI9HyFw3SBL7Fu6k8VwnxfmiQ9UEu6JhUelyAhwPIMeOqEj4gFygWBGF6n/6NDGLuJFJtipsmf//XAas6fQ/FwfLvIokAAA=&quot;"/>
    <we:property name="isFiltersActionButtonVisible" value="true"/>
    <we:property name="isVisualContainerHeaderHidden" value="false"/>
    <we:property name="reportEmbeddedTime" value="&quot;2026-05-11T15:43:21.342Z&quot;"/>
    <we:property name="creatorTenantId" value="&quot;22c84608-f01d-46c5-8024-63cc962e5f51&quot;"/>
    <we:property name="creatorUserId" value="&quot;1003200352AD4D56&quot;"/>
    <we:property name="creatorSessionId" value="&quot;63b0345e-aaee-4d4c-b6df-e73f6aaf732f&quot;"/>
    <we:property name="artifactViewState" value="&quot;liv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1623</Words>
  <Application>Microsoft Office PowerPoint</Application>
  <PresentationFormat>Apresentação no Ecrã (16:9)</PresentationFormat>
  <Paragraphs>261</Paragraphs>
  <Slides>16</Slides>
  <Notes>10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Convenience Absenteeism in the Portuguese NHS</dc:title>
  <dc:subject>PptxGenJS Presentation</dc:subject>
  <dc:creator>Ana Correia, André Vicente, Filipa Carneiro</dc:creator>
  <cp:lastModifiedBy>Andre Vicente</cp:lastModifiedBy>
  <cp:revision>1</cp:revision>
  <dcterms:created xsi:type="dcterms:W3CDTF">2026-05-08T08:43:13Z</dcterms:created>
  <dcterms:modified xsi:type="dcterms:W3CDTF">2026-05-11T15:49:02Z</dcterms:modified>
</cp:coreProperties>
</file>